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50" r:id="rId1"/>
  </p:sldMasterIdLst>
  <p:notesMasterIdLst>
    <p:notesMasterId r:id="rId40"/>
  </p:notesMasterIdLst>
  <p:sldIdLst>
    <p:sldId id="256" r:id="rId2"/>
    <p:sldId id="284" r:id="rId3"/>
    <p:sldId id="257" r:id="rId4"/>
    <p:sldId id="287" r:id="rId5"/>
    <p:sldId id="258" r:id="rId6"/>
    <p:sldId id="259" r:id="rId7"/>
    <p:sldId id="290" r:id="rId8"/>
    <p:sldId id="288" r:id="rId9"/>
    <p:sldId id="260" r:id="rId10"/>
    <p:sldId id="280" r:id="rId11"/>
    <p:sldId id="282" r:id="rId12"/>
    <p:sldId id="263" r:id="rId13"/>
    <p:sldId id="271" r:id="rId14"/>
    <p:sldId id="336" r:id="rId15"/>
    <p:sldId id="317" r:id="rId16"/>
    <p:sldId id="321" r:id="rId17"/>
    <p:sldId id="314" r:id="rId18"/>
    <p:sldId id="304" r:id="rId19"/>
    <p:sldId id="324" r:id="rId20"/>
    <p:sldId id="337" r:id="rId21"/>
    <p:sldId id="318" r:id="rId22"/>
    <p:sldId id="338" r:id="rId23"/>
    <p:sldId id="325" r:id="rId24"/>
    <p:sldId id="283" r:id="rId25"/>
    <p:sldId id="326" r:id="rId26"/>
    <p:sldId id="327" r:id="rId27"/>
    <p:sldId id="329" r:id="rId28"/>
    <p:sldId id="330" r:id="rId29"/>
    <p:sldId id="331" r:id="rId30"/>
    <p:sldId id="332" r:id="rId31"/>
    <p:sldId id="334" r:id="rId32"/>
    <p:sldId id="328" r:id="rId33"/>
    <p:sldId id="333" r:id="rId34"/>
    <p:sldId id="278" r:id="rId35"/>
    <p:sldId id="335" r:id="rId36"/>
    <p:sldId id="281" r:id="rId37"/>
    <p:sldId id="285" r:id="rId38"/>
    <p:sldId id="319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61" d="100"/>
          <a:sy n="61" d="100"/>
        </p:scale>
        <p:origin x="1662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slide" Target="../slides/slide7.xml"/><Relationship Id="rId1" Type="http://schemas.openxmlformats.org/officeDocument/2006/relationships/slide" Target="../slides/slide6.xml"/><Relationship Id="rId4" Type="http://schemas.openxmlformats.org/officeDocument/2006/relationships/slide" Target="../slides/slide10.xml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slide" Target="../slides/slide25.xml"/><Relationship Id="rId1" Type="http://schemas.openxmlformats.org/officeDocument/2006/relationships/slide" Target="../slides/slide2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0E06C5-EB32-4E4C-907C-43787FCA9414}" type="doc">
      <dgm:prSet loTypeId="urn:microsoft.com/office/officeart/2005/8/layout/equation1" loCatId="process" qsTypeId="urn:microsoft.com/office/officeart/2005/8/quickstyle/simple1" qsCatId="simple" csTypeId="urn:microsoft.com/office/officeart/2005/8/colors/accent1_2" csCatId="accent1" phldr="1"/>
      <dgm:spPr/>
    </dgm:pt>
    <dgm:pt modelId="{DE4A91DA-893E-4D1D-B72C-62F66D8D2EEC}">
      <dgm:prSet phldrT="[Texto]" custT="1"/>
      <dgm:spPr/>
      <dgm:t>
        <a:bodyPr/>
        <a:lstStyle/>
        <a:p>
          <a:r>
            <a:rPr lang="es-ES_tradnl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físico</a:t>
          </a:r>
          <a:endParaRPr lang="es-ES" sz="16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C322C2-0A6E-4E33-A227-DC8E6E7F4605}" type="parTrans" cxnId="{C7B679B3-8B78-4052-8F73-1CD850257BE3}">
      <dgm:prSet/>
      <dgm:spPr/>
      <dgm:t>
        <a:bodyPr/>
        <a:lstStyle/>
        <a:p>
          <a:endParaRPr lang="es-ES"/>
        </a:p>
      </dgm:t>
    </dgm:pt>
    <dgm:pt modelId="{2AC4E839-8FFC-41DF-AF47-1BD484BBA6F5}" type="sibTrans" cxnId="{C7B679B3-8B78-4052-8F73-1CD850257BE3}">
      <dgm:prSet/>
      <dgm:spPr/>
      <dgm:t>
        <a:bodyPr/>
        <a:lstStyle/>
        <a:p>
          <a:endParaRPr lang="es-ES" dirty="0"/>
        </a:p>
      </dgm:t>
    </dgm:pt>
    <dgm:pt modelId="{C72257F0-C9CB-44DD-B272-870203AD61FD}">
      <dgm:prSet phldrT="[Texto]" custT="1"/>
      <dgm:spPr/>
      <dgm:t>
        <a:bodyPr/>
        <a:lstStyle/>
        <a:p>
          <a:r>
            <a:rPr lang="es-ES_tradnl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psíquico</a:t>
          </a:r>
          <a:endParaRPr lang="es-ES" sz="16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76BA1AD-76EB-4972-ADE5-06C3D44C4B45}" type="parTrans" cxnId="{7F8CAA8B-61B6-4313-95FF-CBF7AA6A920E}">
      <dgm:prSet/>
      <dgm:spPr/>
      <dgm:t>
        <a:bodyPr/>
        <a:lstStyle/>
        <a:p>
          <a:endParaRPr lang="es-ES"/>
        </a:p>
      </dgm:t>
    </dgm:pt>
    <dgm:pt modelId="{F52041F2-B7DC-4C86-973B-A32A25C7F641}" type="sibTrans" cxnId="{7F8CAA8B-61B6-4313-95FF-CBF7AA6A920E}">
      <dgm:prSet/>
      <dgm:spPr/>
      <dgm:t>
        <a:bodyPr/>
        <a:lstStyle/>
        <a:p>
          <a:endParaRPr lang="es-ES" dirty="0"/>
        </a:p>
      </dgm:t>
    </dgm:pt>
    <dgm:pt modelId="{56BCBDCA-A949-45CA-8B6F-8B580F5D74C4}">
      <dgm:prSet phldrT="[Texto]" custT="1"/>
      <dgm:spPr>
        <a:solidFill>
          <a:srgbClr val="92D050"/>
        </a:solidFill>
      </dgm:spPr>
      <dgm:t>
        <a:bodyPr/>
        <a:lstStyle/>
        <a:p>
          <a:r>
            <a:rPr lang="es-ES_tradnl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SALUD LABORAL</a:t>
          </a:r>
          <a:endParaRPr lang="es-ES" sz="16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238464D-C407-4F89-AA8D-57EA40475E25}" type="parTrans" cxnId="{D4EA9C1D-C77C-48B7-BF72-98982EFC4A89}">
      <dgm:prSet/>
      <dgm:spPr/>
      <dgm:t>
        <a:bodyPr/>
        <a:lstStyle/>
        <a:p>
          <a:endParaRPr lang="es-ES"/>
        </a:p>
      </dgm:t>
    </dgm:pt>
    <dgm:pt modelId="{4FDF7700-3436-423B-8788-AD5D274B9EB5}" type="sibTrans" cxnId="{D4EA9C1D-C77C-48B7-BF72-98982EFC4A89}">
      <dgm:prSet/>
      <dgm:spPr/>
      <dgm:t>
        <a:bodyPr/>
        <a:lstStyle/>
        <a:p>
          <a:endParaRPr lang="es-ES"/>
        </a:p>
      </dgm:t>
    </dgm:pt>
    <dgm:pt modelId="{053B2637-E1BE-4622-AD9E-A167AA117BE2}">
      <dgm:prSet phldrT="[Texto]" custT="1"/>
      <dgm:spPr/>
      <dgm:t>
        <a:bodyPr/>
        <a:lstStyle/>
        <a:p>
          <a:r>
            <a:rPr lang="es-ES_tradnl" sz="16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social</a:t>
          </a:r>
          <a:endParaRPr lang="es-ES" sz="1600" b="1" i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3CD36F-2B29-4D65-9A08-501928CD4025}" type="parTrans" cxnId="{D2A73D07-DEA0-4342-8BA8-3197BE06D68F}">
      <dgm:prSet/>
      <dgm:spPr/>
      <dgm:t>
        <a:bodyPr/>
        <a:lstStyle/>
        <a:p>
          <a:endParaRPr lang="es-ES"/>
        </a:p>
      </dgm:t>
    </dgm:pt>
    <dgm:pt modelId="{0F5FD882-05D3-4007-A496-17A091A40301}" type="sibTrans" cxnId="{D2A73D07-DEA0-4342-8BA8-3197BE06D68F}">
      <dgm:prSet/>
      <dgm:spPr/>
      <dgm:t>
        <a:bodyPr/>
        <a:lstStyle/>
        <a:p>
          <a:endParaRPr lang="es-ES" dirty="0"/>
        </a:p>
      </dgm:t>
    </dgm:pt>
    <dgm:pt modelId="{BB9CA714-8EC7-4836-9E14-EA9D18DF684E}" type="pres">
      <dgm:prSet presAssocID="{170E06C5-EB32-4E4C-907C-43787FCA9414}" presName="linearFlow" presStyleCnt="0">
        <dgm:presLayoutVars>
          <dgm:dir/>
          <dgm:resizeHandles val="exact"/>
        </dgm:presLayoutVars>
      </dgm:prSet>
      <dgm:spPr/>
    </dgm:pt>
    <dgm:pt modelId="{DB2A2680-DC6E-476D-BDEF-A061E666B4C4}" type="pres">
      <dgm:prSet presAssocID="{DE4A91DA-893E-4D1D-B72C-62F66D8D2EEC}" presName="node" presStyleLbl="node1" presStyleIdx="0" presStyleCnt="4" custScaleX="332200" custScaleY="227389">
        <dgm:presLayoutVars>
          <dgm:bulletEnabled val="1"/>
        </dgm:presLayoutVars>
      </dgm:prSet>
      <dgm:spPr/>
    </dgm:pt>
    <dgm:pt modelId="{BA71449A-FCE0-41BB-887B-2F62015DD1F0}" type="pres">
      <dgm:prSet presAssocID="{2AC4E839-8FFC-41DF-AF47-1BD484BBA6F5}" presName="spacerL" presStyleCnt="0"/>
      <dgm:spPr/>
    </dgm:pt>
    <dgm:pt modelId="{3EA7EEF3-8D5A-4746-986C-461A8B3E760F}" type="pres">
      <dgm:prSet presAssocID="{2AC4E839-8FFC-41DF-AF47-1BD484BBA6F5}" presName="sibTrans" presStyleLbl="sibTrans2D1" presStyleIdx="0" presStyleCnt="3"/>
      <dgm:spPr/>
    </dgm:pt>
    <dgm:pt modelId="{8626E80E-F27E-4C18-A952-7E4F8A862CC7}" type="pres">
      <dgm:prSet presAssocID="{2AC4E839-8FFC-41DF-AF47-1BD484BBA6F5}" presName="spacerR" presStyleCnt="0"/>
      <dgm:spPr/>
    </dgm:pt>
    <dgm:pt modelId="{1F2EF2FC-56A3-4AE7-92A5-3DE490F404C7}" type="pres">
      <dgm:prSet presAssocID="{C72257F0-C9CB-44DD-B272-870203AD61FD}" presName="node" presStyleLbl="node1" presStyleIdx="1" presStyleCnt="4" custScaleX="333363" custScaleY="195488">
        <dgm:presLayoutVars>
          <dgm:bulletEnabled val="1"/>
        </dgm:presLayoutVars>
      </dgm:prSet>
      <dgm:spPr/>
    </dgm:pt>
    <dgm:pt modelId="{7B3694BA-0B1A-454C-A200-205475A2F066}" type="pres">
      <dgm:prSet presAssocID="{F52041F2-B7DC-4C86-973B-A32A25C7F641}" presName="spacerL" presStyleCnt="0"/>
      <dgm:spPr/>
    </dgm:pt>
    <dgm:pt modelId="{09D7E6DE-E3EA-44C7-BF2C-B5892270EB32}" type="pres">
      <dgm:prSet presAssocID="{F52041F2-B7DC-4C86-973B-A32A25C7F641}" presName="sibTrans" presStyleLbl="sibTrans2D1" presStyleIdx="1" presStyleCnt="3"/>
      <dgm:spPr/>
    </dgm:pt>
    <dgm:pt modelId="{FD1E7B88-038C-4AE0-B279-719D39663C17}" type="pres">
      <dgm:prSet presAssocID="{F52041F2-B7DC-4C86-973B-A32A25C7F641}" presName="spacerR" presStyleCnt="0"/>
      <dgm:spPr/>
    </dgm:pt>
    <dgm:pt modelId="{F9566900-A12C-492C-9955-9CEE1B791E45}" type="pres">
      <dgm:prSet presAssocID="{053B2637-E1BE-4622-AD9E-A167AA117BE2}" presName="node" presStyleLbl="node1" presStyleIdx="2" presStyleCnt="4" custScaleX="315141" custScaleY="213717">
        <dgm:presLayoutVars>
          <dgm:bulletEnabled val="1"/>
        </dgm:presLayoutVars>
      </dgm:prSet>
      <dgm:spPr/>
    </dgm:pt>
    <dgm:pt modelId="{259B348D-9D2B-4699-B883-006350231964}" type="pres">
      <dgm:prSet presAssocID="{0F5FD882-05D3-4007-A496-17A091A40301}" presName="spacerL" presStyleCnt="0"/>
      <dgm:spPr/>
    </dgm:pt>
    <dgm:pt modelId="{1C4D07B3-6577-4A66-A49E-4B865DFB8A01}" type="pres">
      <dgm:prSet presAssocID="{0F5FD882-05D3-4007-A496-17A091A40301}" presName="sibTrans" presStyleLbl="sibTrans2D1" presStyleIdx="2" presStyleCnt="3"/>
      <dgm:spPr/>
    </dgm:pt>
    <dgm:pt modelId="{6647AF3D-4C19-4D30-B8E0-BAAAA1B49309}" type="pres">
      <dgm:prSet presAssocID="{0F5FD882-05D3-4007-A496-17A091A40301}" presName="spacerR" presStyleCnt="0"/>
      <dgm:spPr/>
    </dgm:pt>
    <dgm:pt modelId="{19932DFA-CCA5-4771-A83C-95721342300B}" type="pres">
      <dgm:prSet presAssocID="{56BCBDCA-A949-45CA-8B6F-8B580F5D74C4}" presName="node" presStyleLbl="node1" presStyleIdx="3" presStyleCnt="4" custScaleX="306788" custScaleY="224458">
        <dgm:presLayoutVars>
          <dgm:bulletEnabled val="1"/>
        </dgm:presLayoutVars>
      </dgm:prSet>
      <dgm:spPr/>
    </dgm:pt>
  </dgm:ptLst>
  <dgm:cxnLst>
    <dgm:cxn modelId="{A0C60102-E88F-4717-9E51-3BA622D5D5F7}" type="presOf" srcId="{2AC4E839-8FFC-41DF-AF47-1BD484BBA6F5}" destId="{3EA7EEF3-8D5A-4746-986C-461A8B3E760F}" srcOrd="0" destOrd="0" presId="urn:microsoft.com/office/officeart/2005/8/layout/equation1"/>
    <dgm:cxn modelId="{FDC91D03-2A40-4265-BCE8-3B5E9F41ED4B}" type="presOf" srcId="{C72257F0-C9CB-44DD-B272-870203AD61FD}" destId="{1F2EF2FC-56A3-4AE7-92A5-3DE490F404C7}" srcOrd="0" destOrd="0" presId="urn:microsoft.com/office/officeart/2005/8/layout/equation1"/>
    <dgm:cxn modelId="{D2A73D07-DEA0-4342-8BA8-3197BE06D68F}" srcId="{170E06C5-EB32-4E4C-907C-43787FCA9414}" destId="{053B2637-E1BE-4622-AD9E-A167AA117BE2}" srcOrd="2" destOrd="0" parTransId="{4D3CD36F-2B29-4D65-9A08-501928CD4025}" sibTransId="{0F5FD882-05D3-4007-A496-17A091A40301}"/>
    <dgm:cxn modelId="{A15F500F-B209-4391-9F73-043E887EAB6A}" type="presOf" srcId="{170E06C5-EB32-4E4C-907C-43787FCA9414}" destId="{BB9CA714-8EC7-4836-9E14-EA9D18DF684E}" srcOrd="0" destOrd="0" presId="urn:microsoft.com/office/officeart/2005/8/layout/equation1"/>
    <dgm:cxn modelId="{D4EA9C1D-C77C-48B7-BF72-98982EFC4A89}" srcId="{170E06C5-EB32-4E4C-907C-43787FCA9414}" destId="{56BCBDCA-A949-45CA-8B6F-8B580F5D74C4}" srcOrd="3" destOrd="0" parTransId="{0238464D-C407-4F89-AA8D-57EA40475E25}" sibTransId="{4FDF7700-3436-423B-8788-AD5D274B9EB5}"/>
    <dgm:cxn modelId="{A3652140-DC8C-4217-8396-063E8FAC3435}" type="presOf" srcId="{053B2637-E1BE-4622-AD9E-A167AA117BE2}" destId="{F9566900-A12C-492C-9955-9CEE1B791E45}" srcOrd="0" destOrd="0" presId="urn:microsoft.com/office/officeart/2005/8/layout/equation1"/>
    <dgm:cxn modelId="{2C924A80-782D-4C7D-A6A3-CEDF92CED115}" type="presOf" srcId="{DE4A91DA-893E-4D1D-B72C-62F66D8D2EEC}" destId="{DB2A2680-DC6E-476D-BDEF-A061E666B4C4}" srcOrd="0" destOrd="0" presId="urn:microsoft.com/office/officeart/2005/8/layout/equation1"/>
    <dgm:cxn modelId="{6869E484-EA6C-4883-B76A-E6CF2A331E05}" type="presOf" srcId="{0F5FD882-05D3-4007-A496-17A091A40301}" destId="{1C4D07B3-6577-4A66-A49E-4B865DFB8A01}" srcOrd="0" destOrd="0" presId="urn:microsoft.com/office/officeart/2005/8/layout/equation1"/>
    <dgm:cxn modelId="{7F8CAA8B-61B6-4313-95FF-CBF7AA6A920E}" srcId="{170E06C5-EB32-4E4C-907C-43787FCA9414}" destId="{C72257F0-C9CB-44DD-B272-870203AD61FD}" srcOrd="1" destOrd="0" parTransId="{C76BA1AD-76EB-4972-ADE5-06C3D44C4B45}" sibTransId="{F52041F2-B7DC-4C86-973B-A32A25C7F641}"/>
    <dgm:cxn modelId="{68BCEC95-AB17-4EF4-AF4C-FB9BA53E40C4}" type="presOf" srcId="{F52041F2-B7DC-4C86-973B-A32A25C7F641}" destId="{09D7E6DE-E3EA-44C7-BF2C-B5892270EB32}" srcOrd="0" destOrd="0" presId="urn:microsoft.com/office/officeart/2005/8/layout/equation1"/>
    <dgm:cxn modelId="{C7B679B3-8B78-4052-8F73-1CD850257BE3}" srcId="{170E06C5-EB32-4E4C-907C-43787FCA9414}" destId="{DE4A91DA-893E-4D1D-B72C-62F66D8D2EEC}" srcOrd="0" destOrd="0" parTransId="{0CC322C2-0A6E-4E33-A227-DC8E6E7F4605}" sibTransId="{2AC4E839-8FFC-41DF-AF47-1BD484BBA6F5}"/>
    <dgm:cxn modelId="{108798DB-BD9B-4169-B634-502FFE3D3F87}" type="presOf" srcId="{56BCBDCA-A949-45CA-8B6F-8B580F5D74C4}" destId="{19932DFA-CCA5-4771-A83C-95721342300B}" srcOrd="0" destOrd="0" presId="urn:microsoft.com/office/officeart/2005/8/layout/equation1"/>
    <dgm:cxn modelId="{DD61B14B-310D-48E4-858C-2AE4221D7B7D}" type="presParOf" srcId="{BB9CA714-8EC7-4836-9E14-EA9D18DF684E}" destId="{DB2A2680-DC6E-476D-BDEF-A061E666B4C4}" srcOrd="0" destOrd="0" presId="urn:microsoft.com/office/officeart/2005/8/layout/equation1"/>
    <dgm:cxn modelId="{0E997CAC-3CCA-42D7-8C68-33201CE84C0A}" type="presParOf" srcId="{BB9CA714-8EC7-4836-9E14-EA9D18DF684E}" destId="{BA71449A-FCE0-41BB-887B-2F62015DD1F0}" srcOrd="1" destOrd="0" presId="urn:microsoft.com/office/officeart/2005/8/layout/equation1"/>
    <dgm:cxn modelId="{EBFEC7A2-3542-42CE-8768-0F0743AF2DF1}" type="presParOf" srcId="{BB9CA714-8EC7-4836-9E14-EA9D18DF684E}" destId="{3EA7EEF3-8D5A-4746-986C-461A8B3E760F}" srcOrd="2" destOrd="0" presId="urn:microsoft.com/office/officeart/2005/8/layout/equation1"/>
    <dgm:cxn modelId="{AC5D75DB-0FA2-4C1A-85AB-9B16873643EB}" type="presParOf" srcId="{BB9CA714-8EC7-4836-9E14-EA9D18DF684E}" destId="{8626E80E-F27E-4C18-A952-7E4F8A862CC7}" srcOrd="3" destOrd="0" presId="urn:microsoft.com/office/officeart/2005/8/layout/equation1"/>
    <dgm:cxn modelId="{151E47B0-1C37-43BD-A1A9-A192FC3E1071}" type="presParOf" srcId="{BB9CA714-8EC7-4836-9E14-EA9D18DF684E}" destId="{1F2EF2FC-56A3-4AE7-92A5-3DE490F404C7}" srcOrd="4" destOrd="0" presId="urn:microsoft.com/office/officeart/2005/8/layout/equation1"/>
    <dgm:cxn modelId="{C36A9AFC-DD2D-45FB-9343-5EEB92ABCAC8}" type="presParOf" srcId="{BB9CA714-8EC7-4836-9E14-EA9D18DF684E}" destId="{7B3694BA-0B1A-454C-A200-205475A2F066}" srcOrd="5" destOrd="0" presId="urn:microsoft.com/office/officeart/2005/8/layout/equation1"/>
    <dgm:cxn modelId="{E4F97286-9C45-4DDC-93E6-6F61F21FA203}" type="presParOf" srcId="{BB9CA714-8EC7-4836-9E14-EA9D18DF684E}" destId="{09D7E6DE-E3EA-44C7-BF2C-B5892270EB32}" srcOrd="6" destOrd="0" presId="urn:microsoft.com/office/officeart/2005/8/layout/equation1"/>
    <dgm:cxn modelId="{A43EC81D-AEB2-4985-921F-155FF7B9E34D}" type="presParOf" srcId="{BB9CA714-8EC7-4836-9E14-EA9D18DF684E}" destId="{FD1E7B88-038C-4AE0-B279-719D39663C17}" srcOrd="7" destOrd="0" presId="urn:microsoft.com/office/officeart/2005/8/layout/equation1"/>
    <dgm:cxn modelId="{BF602A90-92D4-4D94-A7F9-A7CE79F77827}" type="presParOf" srcId="{BB9CA714-8EC7-4836-9E14-EA9D18DF684E}" destId="{F9566900-A12C-492C-9955-9CEE1B791E45}" srcOrd="8" destOrd="0" presId="urn:microsoft.com/office/officeart/2005/8/layout/equation1"/>
    <dgm:cxn modelId="{066528E1-90A6-4B52-941C-DA2CE0E83F2A}" type="presParOf" srcId="{BB9CA714-8EC7-4836-9E14-EA9D18DF684E}" destId="{259B348D-9D2B-4699-B883-006350231964}" srcOrd="9" destOrd="0" presId="urn:microsoft.com/office/officeart/2005/8/layout/equation1"/>
    <dgm:cxn modelId="{6B6D2780-2CFE-49D2-A53E-7C80B834034C}" type="presParOf" srcId="{BB9CA714-8EC7-4836-9E14-EA9D18DF684E}" destId="{1C4D07B3-6577-4A66-A49E-4B865DFB8A01}" srcOrd="10" destOrd="0" presId="urn:microsoft.com/office/officeart/2005/8/layout/equation1"/>
    <dgm:cxn modelId="{E417E036-214A-4F98-A41C-00A0934E1C37}" type="presParOf" srcId="{BB9CA714-8EC7-4836-9E14-EA9D18DF684E}" destId="{6647AF3D-4C19-4D30-B8E0-BAAAA1B49309}" srcOrd="11" destOrd="0" presId="urn:microsoft.com/office/officeart/2005/8/layout/equation1"/>
    <dgm:cxn modelId="{9E874DCE-72BF-476A-82F3-6B9EE7D52E13}" type="presParOf" srcId="{BB9CA714-8EC7-4836-9E14-EA9D18DF684E}" destId="{19932DFA-CCA5-4771-A83C-95721342300B}" srcOrd="12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de seguridad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Lugares de trabajo</a:t>
          </a:r>
        </a:p>
        <a:p>
          <a:r>
            <a:rPr lang="es-ES_tradnl" dirty="0"/>
            <a:t>- Equipos de trabajo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Accidentes de trabajo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 custLinFactNeighborX="6944" custLinFactNeighborY="3848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1338BA06-5B59-42BE-93EC-07919C3D61E0}" type="presOf" srcId="{4D412FCF-6969-43E6-B7D1-E0FEE40A58B6}" destId="{E006608F-CC64-425A-B669-037D767EC0EF}" srcOrd="0" destOrd="0" presId="urn:microsoft.com/office/officeart/2005/8/layout/hChevron3"/>
    <dgm:cxn modelId="{08BC105C-C7F7-48C1-80AF-C4317187352D}" type="presOf" srcId="{EB73A7ED-0AE0-445E-924A-3F6FB1CDD08D}" destId="{CFC3999F-0E18-4B02-971F-F823F16B6343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F99C4D7A-2E15-4B94-9CAF-57F8CDA89F1E}" type="presOf" srcId="{BF7C7C77-1B0A-459C-B3CB-097A30967022}" destId="{C9BFBC37-FEDC-495E-B64B-A2C0CE0488CA}" srcOrd="0" destOrd="0" presId="urn:microsoft.com/office/officeart/2005/8/layout/hChevron3"/>
    <dgm:cxn modelId="{EEBEC291-7CDC-4704-93E2-019284399994}" type="presOf" srcId="{54AC97FD-1DF6-48CE-951C-BA67C43D0055}" destId="{CEDA5FDE-9CA2-4A23-B6CD-20BF231D499C}" srcOrd="0" destOrd="0" presId="urn:microsoft.com/office/officeart/2005/8/layout/hChevron3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DF33D19E-584C-4648-A8B7-941A53602687}" type="presParOf" srcId="{C9BFBC37-FEDC-495E-B64B-A2C0CE0488CA}" destId="{CFC3999F-0E18-4B02-971F-F823F16B6343}" srcOrd="0" destOrd="0" presId="urn:microsoft.com/office/officeart/2005/8/layout/hChevron3"/>
    <dgm:cxn modelId="{C91B8C41-7C5E-4909-AF17-00900542DEE0}" type="presParOf" srcId="{C9BFBC37-FEDC-495E-B64B-A2C0CE0488CA}" destId="{FFF70B77-76BA-4C24-85B9-41F40FB352C7}" srcOrd="1" destOrd="0" presId="urn:microsoft.com/office/officeart/2005/8/layout/hChevron3"/>
    <dgm:cxn modelId="{A2BE3345-F47E-407E-AEF8-2E9FE77E9E21}" type="presParOf" srcId="{C9BFBC37-FEDC-495E-B64B-A2C0CE0488CA}" destId="{CEDA5FDE-9CA2-4A23-B6CD-20BF231D499C}" srcOrd="2" destOrd="0" presId="urn:microsoft.com/office/officeart/2005/8/layout/hChevron3"/>
    <dgm:cxn modelId="{CC681DAF-E2BD-4657-A873-0D996CA2EF12}" type="presParOf" srcId="{C9BFBC37-FEDC-495E-B64B-A2C0CE0488CA}" destId="{28BC6D62-9F18-41A9-AB73-A7C8ED43D914}" srcOrd="3" destOrd="0" presId="urn:microsoft.com/office/officeart/2005/8/layout/hChevron3"/>
    <dgm:cxn modelId="{6A1B51CB-36B2-41A0-BC5F-E85183D22344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 medioambientales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Agentes físicos</a:t>
          </a:r>
        </a:p>
        <a:p>
          <a:r>
            <a:rPr lang="es-ES_tradnl" dirty="0"/>
            <a:t>- Agentes químicos</a:t>
          </a:r>
        </a:p>
        <a:p>
          <a:r>
            <a:rPr lang="es-ES_tradnl" dirty="0"/>
            <a:t>- Agentes biológicos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Enfermedades profesionales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EEAD211-73E0-4093-9342-46690F3EB3B4}" type="presOf" srcId="{EB73A7ED-0AE0-445E-924A-3F6FB1CDD08D}" destId="{CFC3999F-0E18-4B02-971F-F823F16B6343}" srcOrd="0" destOrd="0" presId="urn:microsoft.com/office/officeart/2005/8/layout/hChevron3"/>
    <dgm:cxn modelId="{2E349552-D9A8-4A36-B00A-3EEBFF903628}" type="presOf" srcId="{54AC97FD-1DF6-48CE-951C-BA67C43D0055}" destId="{CEDA5FDE-9CA2-4A23-B6CD-20BF231D499C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50D61299-AFEA-4513-82A3-1180966AE524}" type="presOf" srcId="{BF7C7C77-1B0A-459C-B3CB-097A30967022}" destId="{C9BFBC37-FEDC-495E-B64B-A2C0CE0488CA}" srcOrd="0" destOrd="0" presId="urn:microsoft.com/office/officeart/2005/8/layout/hChevron3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2A4E26F3-C02F-4FE4-8700-C602947DF2BB}" type="presOf" srcId="{4D412FCF-6969-43E6-B7D1-E0FEE40A58B6}" destId="{E006608F-CC64-425A-B669-037D767EC0EF}" srcOrd="0" destOrd="0" presId="urn:microsoft.com/office/officeart/2005/8/layout/hChevron3"/>
    <dgm:cxn modelId="{1721E5AD-8484-4EE3-BDCD-9E6BD67CF54A}" type="presParOf" srcId="{C9BFBC37-FEDC-495E-B64B-A2C0CE0488CA}" destId="{CFC3999F-0E18-4B02-971F-F823F16B6343}" srcOrd="0" destOrd="0" presId="urn:microsoft.com/office/officeart/2005/8/layout/hChevron3"/>
    <dgm:cxn modelId="{74D48494-67BF-40E3-87DD-B6D3CC78C18F}" type="presParOf" srcId="{C9BFBC37-FEDC-495E-B64B-A2C0CE0488CA}" destId="{FFF70B77-76BA-4C24-85B9-41F40FB352C7}" srcOrd="1" destOrd="0" presId="urn:microsoft.com/office/officeart/2005/8/layout/hChevron3"/>
    <dgm:cxn modelId="{01422708-93AC-4E3B-921C-8502ADD5DDE6}" type="presParOf" srcId="{C9BFBC37-FEDC-495E-B64B-A2C0CE0488CA}" destId="{CEDA5FDE-9CA2-4A23-B6CD-20BF231D499C}" srcOrd="2" destOrd="0" presId="urn:microsoft.com/office/officeart/2005/8/layout/hChevron3"/>
    <dgm:cxn modelId="{8AD72155-67B1-433A-92E2-5CDCAAA361EB}" type="presParOf" srcId="{C9BFBC37-FEDC-495E-B64B-A2C0CE0488CA}" destId="{28BC6D62-9F18-41A9-AB73-A7C8ED43D914}" srcOrd="3" destOrd="0" presId="urn:microsoft.com/office/officeart/2005/8/layout/hChevron3"/>
    <dgm:cxn modelId="{90B0564D-22A5-4B98-A7E8-13A248E453BB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 custT="1"/>
      <dgm:spPr/>
      <dgm:t>
        <a:bodyPr/>
        <a:lstStyle/>
        <a:p>
          <a:r>
            <a:rPr lang="es-ES_tradn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ergonómicas</a:t>
          </a:r>
          <a:endParaRPr lang="es-ES" sz="18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 sz="1800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 sz="1800"/>
        </a:p>
      </dgm:t>
    </dgm:pt>
    <dgm:pt modelId="{54AC97FD-1DF6-48CE-951C-BA67C43D0055}">
      <dgm:prSet phldrT="[Texto]" custT="1"/>
      <dgm:spPr/>
      <dgm:t>
        <a:bodyPr/>
        <a:lstStyle/>
        <a:p>
          <a:r>
            <a:rPr lang="es-ES_tradnl" sz="1800" dirty="0"/>
            <a:t>- Carga física</a:t>
          </a:r>
        </a:p>
        <a:p>
          <a:r>
            <a:rPr lang="es-ES_tradnl" sz="1800" dirty="0"/>
            <a:t>- Carga mental</a:t>
          </a:r>
          <a:endParaRPr lang="es-ES" sz="1800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 sz="1800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 sz="1800"/>
        </a:p>
      </dgm:t>
    </dgm:pt>
    <dgm:pt modelId="{4D412FCF-6969-43E6-B7D1-E0FEE40A58B6}">
      <dgm:prSet phldrT="[Texto]" custT="1"/>
      <dgm:spPr/>
      <dgm:t>
        <a:bodyPr/>
        <a:lstStyle/>
        <a:p>
          <a:r>
            <a:rPr lang="es-ES_tradnl" sz="1800" b="1" i="1" dirty="0"/>
            <a:t>Fatiga física</a:t>
          </a:r>
        </a:p>
        <a:p>
          <a:r>
            <a:rPr lang="es-ES_tradnl" sz="1800" b="1" i="1" dirty="0"/>
            <a:t>Fatiga mental</a:t>
          </a:r>
          <a:endParaRPr lang="es-ES" sz="1800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 sz="1800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 sz="1800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182FA407-51FA-475A-A523-EACD0F9699FB}" type="presOf" srcId="{EB73A7ED-0AE0-445E-924A-3F6FB1CDD08D}" destId="{CFC3999F-0E18-4B02-971F-F823F16B6343}" srcOrd="0" destOrd="0" presId="urn:microsoft.com/office/officeart/2005/8/layout/hChevron3"/>
    <dgm:cxn modelId="{B6BD3937-0AA5-4F9F-8479-66C2857B8F89}" type="presOf" srcId="{BF7C7C77-1B0A-459C-B3CB-097A30967022}" destId="{C9BFBC37-FEDC-495E-B64B-A2C0CE0488CA}" srcOrd="0" destOrd="0" presId="urn:microsoft.com/office/officeart/2005/8/layout/hChevron3"/>
    <dgm:cxn modelId="{3BB65F38-9E57-41B1-91ED-B3E6CD491E21}" type="presOf" srcId="{54AC97FD-1DF6-48CE-951C-BA67C43D0055}" destId="{CEDA5FDE-9CA2-4A23-B6CD-20BF231D499C}" srcOrd="0" destOrd="0" presId="urn:microsoft.com/office/officeart/2005/8/layout/hChevron3"/>
    <dgm:cxn modelId="{9A64DB6C-58EC-4D93-ACDE-1BE020A66B3F}" type="presOf" srcId="{4D412FCF-6969-43E6-B7D1-E0FEE40A58B6}" destId="{E006608F-CC64-425A-B669-037D767EC0EF}" srcOrd="0" destOrd="0" presId="urn:microsoft.com/office/officeart/2005/8/layout/hChevron3"/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06A0694E-D417-476A-84AD-833F39F0348A}" type="presParOf" srcId="{C9BFBC37-FEDC-495E-B64B-A2C0CE0488CA}" destId="{CFC3999F-0E18-4B02-971F-F823F16B6343}" srcOrd="0" destOrd="0" presId="urn:microsoft.com/office/officeart/2005/8/layout/hChevron3"/>
    <dgm:cxn modelId="{FCDDFD1F-3E26-4D38-823A-2E5F303C8A36}" type="presParOf" srcId="{C9BFBC37-FEDC-495E-B64B-A2C0CE0488CA}" destId="{FFF70B77-76BA-4C24-85B9-41F40FB352C7}" srcOrd="1" destOrd="0" presId="urn:microsoft.com/office/officeart/2005/8/layout/hChevron3"/>
    <dgm:cxn modelId="{A59EB131-914A-44B4-BC32-0FCBC1A6D26C}" type="presParOf" srcId="{C9BFBC37-FEDC-495E-B64B-A2C0CE0488CA}" destId="{CEDA5FDE-9CA2-4A23-B6CD-20BF231D499C}" srcOrd="2" destOrd="0" presId="urn:microsoft.com/office/officeart/2005/8/layout/hChevron3"/>
    <dgm:cxn modelId="{BDF5FC22-2FE7-4CFC-9EA0-E17CBC7E7BF7}" type="presParOf" srcId="{C9BFBC37-FEDC-495E-B64B-A2C0CE0488CA}" destId="{28BC6D62-9F18-41A9-AB73-A7C8ED43D914}" srcOrd="3" destOrd="0" presId="urn:microsoft.com/office/officeart/2005/8/layout/hChevron3"/>
    <dgm:cxn modelId="{100478F3-D355-4960-9B53-0FCC082755AD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F7C7C77-1B0A-459C-B3CB-097A30967022}" type="doc">
      <dgm:prSet loTypeId="urn:microsoft.com/office/officeart/2005/8/layout/hChevron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B73A7ED-0AE0-445E-924A-3F6FB1CDD08D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psicosociales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C83026-7FFA-4BB1-B3A9-CAA2C13D8E1D}" type="parTrans" cxnId="{9E064B53-862F-4B72-83AC-3B6A7475DA6A}">
      <dgm:prSet/>
      <dgm:spPr/>
      <dgm:t>
        <a:bodyPr/>
        <a:lstStyle/>
        <a:p>
          <a:endParaRPr lang="es-ES"/>
        </a:p>
      </dgm:t>
    </dgm:pt>
    <dgm:pt modelId="{CF87FB2D-6C5C-4EC9-A083-483C89CCF2E1}" type="sibTrans" cxnId="{9E064B53-862F-4B72-83AC-3B6A7475DA6A}">
      <dgm:prSet/>
      <dgm:spPr/>
      <dgm:t>
        <a:bodyPr/>
        <a:lstStyle/>
        <a:p>
          <a:endParaRPr lang="es-ES"/>
        </a:p>
      </dgm:t>
    </dgm:pt>
    <dgm:pt modelId="{54AC97FD-1DF6-48CE-951C-BA67C43D0055}">
      <dgm:prSet phldrT="[Texto]"/>
      <dgm:spPr/>
      <dgm:t>
        <a:bodyPr/>
        <a:lstStyle/>
        <a:p>
          <a:r>
            <a:rPr lang="es-ES_tradnl" dirty="0"/>
            <a:t>- Organización del trabajo</a:t>
          </a:r>
        </a:p>
        <a:p>
          <a:r>
            <a:rPr lang="es-ES_tradnl" dirty="0"/>
            <a:t>- Características personales</a:t>
          </a:r>
          <a:endParaRPr lang="es-ES" dirty="0"/>
        </a:p>
      </dgm:t>
    </dgm:pt>
    <dgm:pt modelId="{A4917251-8189-488C-AD3A-7864AAC62DC1}" type="parTrans" cxnId="{D0671CCA-8AC3-4A51-BB9C-176B0FB13E89}">
      <dgm:prSet/>
      <dgm:spPr/>
      <dgm:t>
        <a:bodyPr/>
        <a:lstStyle/>
        <a:p>
          <a:endParaRPr lang="es-ES"/>
        </a:p>
      </dgm:t>
    </dgm:pt>
    <dgm:pt modelId="{DC27CAF4-23C0-445B-A5F9-BDD0538A9A69}" type="sibTrans" cxnId="{D0671CCA-8AC3-4A51-BB9C-176B0FB13E89}">
      <dgm:prSet/>
      <dgm:spPr/>
      <dgm:t>
        <a:bodyPr/>
        <a:lstStyle/>
        <a:p>
          <a:endParaRPr lang="es-ES"/>
        </a:p>
      </dgm:t>
    </dgm:pt>
    <dgm:pt modelId="{4D412FCF-6969-43E6-B7D1-E0FEE40A58B6}">
      <dgm:prSet phldrT="[Texto]"/>
      <dgm:spPr/>
      <dgm:t>
        <a:bodyPr/>
        <a:lstStyle/>
        <a:p>
          <a:r>
            <a:rPr lang="es-ES_tradnl" b="1" i="1" dirty="0"/>
            <a:t>Insatisfacción laboral</a:t>
          </a:r>
        </a:p>
        <a:p>
          <a:r>
            <a:rPr lang="es-ES_tradnl" b="1" i="1" dirty="0"/>
            <a:t>Estrés</a:t>
          </a:r>
        </a:p>
        <a:p>
          <a:r>
            <a:rPr lang="es-ES_tradnl" b="1" i="1" dirty="0" err="1"/>
            <a:t>Mobbing</a:t>
          </a:r>
          <a:endParaRPr lang="es-ES_tradnl" b="1" i="1" dirty="0"/>
        </a:p>
        <a:p>
          <a:r>
            <a:rPr lang="es-ES_tradnl" b="1" i="1" dirty="0" err="1"/>
            <a:t>Burnout</a:t>
          </a:r>
          <a:endParaRPr lang="es-ES" b="1" i="1" dirty="0"/>
        </a:p>
      </dgm:t>
    </dgm:pt>
    <dgm:pt modelId="{1D1E8E2B-A5B2-44DF-AF86-AC7271E19E6D}" type="parTrans" cxnId="{C595DD59-C287-4BBE-8612-A8FF893B361F}">
      <dgm:prSet/>
      <dgm:spPr/>
      <dgm:t>
        <a:bodyPr/>
        <a:lstStyle/>
        <a:p>
          <a:endParaRPr lang="es-ES"/>
        </a:p>
      </dgm:t>
    </dgm:pt>
    <dgm:pt modelId="{44F1291E-1B61-4F57-8FDF-B63EFC3BB3FA}" type="sibTrans" cxnId="{C595DD59-C287-4BBE-8612-A8FF893B361F}">
      <dgm:prSet/>
      <dgm:spPr/>
      <dgm:t>
        <a:bodyPr/>
        <a:lstStyle/>
        <a:p>
          <a:endParaRPr lang="es-ES"/>
        </a:p>
      </dgm:t>
    </dgm:pt>
    <dgm:pt modelId="{C9BFBC37-FEDC-495E-B64B-A2C0CE0488CA}" type="pres">
      <dgm:prSet presAssocID="{BF7C7C77-1B0A-459C-B3CB-097A30967022}" presName="Name0" presStyleCnt="0">
        <dgm:presLayoutVars>
          <dgm:dir/>
          <dgm:resizeHandles val="exact"/>
        </dgm:presLayoutVars>
      </dgm:prSet>
      <dgm:spPr/>
    </dgm:pt>
    <dgm:pt modelId="{CFC3999F-0E18-4B02-971F-F823F16B6343}" type="pres">
      <dgm:prSet presAssocID="{EB73A7ED-0AE0-445E-924A-3F6FB1CDD08D}" presName="parTxOnly" presStyleLbl="node1" presStyleIdx="0" presStyleCnt="3">
        <dgm:presLayoutVars>
          <dgm:bulletEnabled val="1"/>
        </dgm:presLayoutVars>
      </dgm:prSet>
      <dgm:spPr/>
    </dgm:pt>
    <dgm:pt modelId="{FFF70B77-76BA-4C24-85B9-41F40FB352C7}" type="pres">
      <dgm:prSet presAssocID="{CF87FB2D-6C5C-4EC9-A083-483C89CCF2E1}" presName="parSpace" presStyleCnt="0"/>
      <dgm:spPr/>
    </dgm:pt>
    <dgm:pt modelId="{CEDA5FDE-9CA2-4A23-B6CD-20BF231D499C}" type="pres">
      <dgm:prSet presAssocID="{54AC97FD-1DF6-48CE-951C-BA67C43D0055}" presName="parTxOnly" presStyleLbl="node1" presStyleIdx="1" presStyleCnt="3">
        <dgm:presLayoutVars>
          <dgm:bulletEnabled val="1"/>
        </dgm:presLayoutVars>
      </dgm:prSet>
      <dgm:spPr/>
    </dgm:pt>
    <dgm:pt modelId="{28BC6D62-9F18-41A9-AB73-A7C8ED43D914}" type="pres">
      <dgm:prSet presAssocID="{DC27CAF4-23C0-445B-A5F9-BDD0538A9A69}" presName="parSpace" presStyleCnt="0"/>
      <dgm:spPr/>
    </dgm:pt>
    <dgm:pt modelId="{E006608F-CC64-425A-B669-037D767EC0EF}" type="pres">
      <dgm:prSet presAssocID="{4D412FCF-6969-43E6-B7D1-E0FEE40A58B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9E064B53-862F-4B72-83AC-3B6A7475DA6A}" srcId="{BF7C7C77-1B0A-459C-B3CB-097A30967022}" destId="{EB73A7ED-0AE0-445E-924A-3F6FB1CDD08D}" srcOrd="0" destOrd="0" parTransId="{42C83026-7FFA-4BB1-B3A9-CAA2C13D8E1D}" sibTransId="{CF87FB2D-6C5C-4EC9-A083-483C89CCF2E1}"/>
    <dgm:cxn modelId="{92E2B256-39C3-4C50-868A-E685F5B9657B}" type="presOf" srcId="{BF7C7C77-1B0A-459C-B3CB-097A30967022}" destId="{C9BFBC37-FEDC-495E-B64B-A2C0CE0488CA}" srcOrd="0" destOrd="0" presId="urn:microsoft.com/office/officeart/2005/8/layout/hChevron3"/>
    <dgm:cxn modelId="{2D6B2E58-6141-452B-9F09-1366F686A22F}" type="presOf" srcId="{54AC97FD-1DF6-48CE-951C-BA67C43D0055}" destId="{CEDA5FDE-9CA2-4A23-B6CD-20BF231D499C}" srcOrd="0" destOrd="0" presId="urn:microsoft.com/office/officeart/2005/8/layout/hChevron3"/>
    <dgm:cxn modelId="{3FE73378-593E-425D-965B-EC0B0614B539}" type="presOf" srcId="{4D412FCF-6969-43E6-B7D1-E0FEE40A58B6}" destId="{E006608F-CC64-425A-B669-037D767EC0EF}" srcOrd="0" destOrd="0" presId="urn:microsoft.com/office/officeart/2005/8/layout/hChevron3"/>
    <dgm:cxn modelId="{05CC9978-5366-461D-893C-B7667E52D60A}" type="presOf" srcId="{EB73A7ED-0AE0-445E-924A-3F6FB1CDD08D}" destId="{CFC3999F-0E18-4B02-971F-F823F16B6343}" srcOrd="0" destOrd="0" presId="urn:microsoft.com/office/officeart/2005/8/layout/hChevron3"/>
    <dgm:cxn modelId="{C595DD59-C287-4BBE-8612-A8FF893B361F}" srcId="{BF7C7C77-1B0A-459C-B3CB-097A30967022}" destId="{4D412FCF-6969-43E6-B7D1-E0FEE40A58B6}" srcOrd="2" destOrd="0" parTransId="{1D1E8E2B-A5B2-44DF-AF86-AC7271E19E6D}" sibTransId="{44F1291E-1B61-4F57-8FDF-B63EFC3BB3FA}"/>
    <dgm:cxn modelId="{D0671CCA-8AC3-4A51-BB9C-176B0FB13E89}" srcId="{BF7C7C77-1B0A-459C-B3CB-097A30967022}" destId="{54AC97FD-1DF6-48CE-951C-BA67C43D0055}" srcOrd="1" destOrd="0" parTransId="{A4917251-8189-488C-AD3A-7864AAC62DC1}" sibTransId="{DC27CAF4-23C0-445B-A5F9-BDD0538A9A69}"/>
    <dgm:cxn modelId="{A70804D1-3699-4EEE-9F7C-9316A9244A66}" type="presParOf" srcId="{C9BFBC37-FEDC-495E-B64B-A2C0CE0488CA}" destId="{CFC3999F-0E18-4B02-971F-F823F16B6343}" srcOrd="0" destOrd="0" presId="urn:microsoft.com/office/officeart/2005/8/layout/hChevron3"/>
    <dgm:cxn modelId="{20DA3729-F948-4A1C-ABAE-81B53F1A94F1}" type="presParOf" srcId="{C9BFBC37-FEDC-495E-B64B-A2C0CE0488CA}" destId="{FFF70B77-76BA-4C24-85B9-41F40FB352C7}" srcOrd="1" destOrd="0" presId="urn:microsoft.com/office/officeart/2005/8/layout/hChevron3"/>
    <dgm:cxn modelId="{92E0AF44-DDFF-41D6-B483-82087060453E}" type="presParOf" srcId="{C9BFBC37-FEDC-495E-B64B-A2C0CE0488CA}" destId="{CEDA5FDE-9CA2-4A23-B6CD-20BF231D499C}" srcOrd="2" destOrd="0" presId="urn:microsoft.com/office/officeart/2005/8/layout/hChevron3"/>
    <dgm:cxn modelId="{097310B7-520A-4DAE-BBEB-35EB31ACD009}" type="presParOf" srcId="{C9BFBC37-FEDC-495E-B64B-A2C0CE0488CA}" destId="{28BC6D62-9F18-41A9-AB73-A7C8ED43D914}" srcOrd="3" destOrd="0" presId="urn:microsoft.com/office/officeart/2005/8/layout/hChevron3"/>
    <dgm:cxn modelId="{DB152024-B861-4111-A1E9-6C7265012D13}" type="presParOf" srcId="{C9BFBC37-FEDC-495E-B64B-A2C0CE0488CA}" destId="{E006608F-CC64-425A-B669-037D767EC0E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B066E3-52B3-4CC6-BE40-AE130A68E89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26E21B8-4176-45FD-8ACC-954D2F6C583E}">
      <dgm:prSet phldrT="[Texto]" custT="1"/>
      <dgm:spPr/>
      <dgm:t>
        <a:bodyPr/>
        <a:lstStyle/>
        <a:p>
          <a:r>
            <a:rPr lang="es-ES_tradnl" sz="1400" b="1" dirty="0"/>
            <a:t>Accidente de trabajo</a:t>
          </a:r>
          <a:endParaRPr lang="es-ES" sz="1400" b="1" dirty="0"/>
        </a:p>
      </dgm:t>
    </dgm:pt>
    <dgm:pt modelId="{319B4D39-6717-4A67-A5C7-E53E46AC3BD6}" type="parTrans" cxnId="{6A5BCC4B-48F8-4B96-AFEA-E882A6EC63E4}">
      <dgm:prSet/>
      <dgm:spPr/>
      <dgm:t>
        <a:bodyPr/>
        <a:lstStyle/>
        <a:p>
          <a:endParaRPr lang="es-ES"/>
        </a:p>
      </dgm:t>
    </dgm:pt>
    <dgm:pt modelId="{909493CC-E6DB-48D7-B10E-A35C35360960}" type="sibTrans" cxnId="{6A5BCC4B-48F8-4B96-AFEA-E882A6EC63E4}">
      <dgm:prSet/>
      <dgm:spPr/>
      <dgm:t>
        <a:bodyPr/>
        <a:lstStyle/>
        <a:p>
          <a:endParaRPr lang="es-ES"/>
        </a:p>
      </dgm:t>
    </dgm:pt>
    <dgm:pt modelId="{200AC79B-19A4-400C-A0F0-5CC9CD49D426}">
      <dgm:prSet phldrT="[Texto]" custT="1"/>
      <dgm:spPr/>
      <dgm:t>
        <a:bodyPr/>
        <a:lstStyle/>
        <a:p>
          <a:r>
            <a:rPr lang="es-ES_tradnl" sz="1400" b="1" dirty="0"/>
            <a:t>Instantáneo</a:t>
          </a:r>
          <a:endParaRPr lang="es-ES" sz="1400" b="1" dirty="0"/>
        </a:p>
      </dgm:t>
    </dgm:pt>
    <dgm:pt modelId="{26515BD9-9811-4811-9454-E4637FBBC26C}" type="parTrans" cxnId="{72AF464C-786C-424D-A223-4417CD0E49C0}">
      <dgm:prSet/>
      <dgm:spPr/>
      <dgm:t>
        <a:bodyPr/>
        <a:lstStyle/>
        <a:p>
          <a:endParaRPr lang="es-ES"/>
        </a:p>
      </dgm:t>
    </dgm:pt>
    <dgm:pt modelId="{7E9D88DF-218E-4E23-AB08-6B2285372F2F}" type="sibTrans" cxnId="{72AF464C-786C-424D-A223-4417CD0E49C0}">
      <dgm:prSet/>
      <dgm:spPr/>
      <dgm:t>
        <a:bodyPr/>
        <a:lstStyle/>
        <a:p>
          <a:endParaRPr lang="es-ES"/>
        </a:p>
      </dgm:t>
    </dgm:pt>
    <dgm:pt modelId="{AE7ACD80-9BEF-4D90-A8B6-6CFC92D8B0C5}">
      <dgm:prSet phldrT="[Texto]" custT="1"/>
      <dgm:spPr/>
      <dgm:t>
        <a:bodyPr/>
        <a:lstStyle/>
        <a:p>
          <a:r>
            <a:rPr lang="es-ES_tradnl" sz="1400" b="1" dirty="0"/>
            <a:t>Relación con condiciones de seguridad</a:t>
          </a:r>
          <a:endParaRPr lang="es-ES" sz="1400" b="1" dirty="0"/>
        </a:p>
      </dgm:t>
    </dgm:pt>
    <dgm:pt modelId="{F58FF1BB-3350-4222-869D-9F7C8439E46E}" type="parTrans" cxnId="{73A129C2-A693-4033-9515-74A97D70B91A}">
      <dgm:prSet/>
      <dgm:spPr/>
      <dgm:t>
        <a:bodyPr/>
        <a:lstStyle/>
        <a:p>
          <a:endParaRPr lang="es-ES"/>
        </a:p>
      </dgm:t>
    </dgm:pt>
    <dgm:pt modelId="{1B0CE76E-63E8-4AEB-9A28-D4FB6994D166}" type="sibTrans" cxnId="{73A129C2-A693-4033-9515-74A97D70B91A}">
      <dgm:prSet/>
      <dgm:spPr/>
      <dgm:t>
        <a:bodyPr/>
        <a:lstStyle/>
        <a:p>
          <a:endParaRPr lang="es-ES"/>
        </a:p>
      </dgm:t>
    </dgm:pt>
    <dgm:pt modelId="{7B9DAFF4-D881-4708-9A1A-D9F6A87E4501}">
      <dgm:prSet phldrT="[Texto]" custT="1"/>
      <dgm:spPr/>
      <dgm:t>
        <a:bodyPr/>
        <a:lstStyle/>
        <a:p>
          <a:r>
            <a:rPr lang="es-ES_tradnl" sz="1400" b="1" dirty="0"/>
            <a:t>Enfermedad profesional</a:t>
          </a:r>
          <a:endParaRPr lang="es-ES" sz="1400" b="1" dirty="0"/>
        </a:p>
      </dgm:t>
    </dgm:pt>
    <dgm:pt modelId="{4D798827-DA53-4261-8530-97CEFD47FC40}" type="parTrans" cxnId="{D85FD108-F22F-4AD9-AA56-A16C7435AC8F}">
      <dgm:prSet/>
      <dgm:spPr/>
      <dgm:t>
        <a:bodyPr/>
        <a:lstStyle/>
        <a:p>
          <a:endParaRPr lang="es-ES"/>
        </a:p>
      </dgm:t>
    </dgm:pt>
    <dgm:pt modelId="{98AF4A46-D088-40C5-86B4-01747E710AC9}" type="sibTrans" cxnId="{D85FD108-F22F-4AD9-AA56-A16C7435AC8F}">
      <dgm:prSet/>
      <dgm:spPr/>
      <dgm:t>
        <a:bodyPr/>
        <a:lstStyle/>
        <a:p>
          <a:endParaRPr lang="es-ES"/>
        </a:p>
      </dgm:t>
    </dgm:pt>
    <dgm:pt modelId="{FACA4E0F-62EA-4D78-8F4D-186B6E0C9BF1}">
      <dgm:prSet phldrT="[Texto]" custT="1"/>
      <dgm:spPr/>
      <dgm:t>
        <a:bodyPr/>
        <a:lstStyle/>
        <a:p>
          <a:r>
            <a:rPr lang="es-ES_tradnl" sz="1400" b="1" dirty="0"/>
            <a:t>Lenta</a:t>
          </a:r>
          <a:endParaRPr lang="es-ES" sz="1400" b="1" dirty="0"/>
        </a:p>
      </dgm:t>
    </dgm:pt>
    <dgm:pt modelId="{FC346799-15C5-4CD7-A63A-BCBE2422EE71}" type="parTrans" cxnId="{8AE7A2C0-5A3A-48CC-AEC0-E294496284A7}">
      <dgm:prSet/>
      <dgm:spPr/>
      <dgm:t>
        <a:bodyPr/>
        <a:lstStyle/>
        <a:p>
          <a:endParaRPr lang="es-ES"/>
        </a:p>
      </dgm:t>
    </dgm:pt>
    <dgm:pt modelId="{7970B37A-1096-4B54-AB91-0D8F334EA0AF}" type="sibTrans" cxnId="{8AE7A2C0-5A3A-48CC-AEC0-E294496284A7}">
      <dgm:prSet/>
      <dgm:spPr/>
      <dgm:t>
        <a:bodyPr/>
        <a:lstStyle/>
        <a:p>
          <a:endParaRPr lang="es-ES"/>
        </a:p>
      </dgm:t>
    </dgm:pt>
    <dgm:pt modelId="{D2AC23AB-31AD-42DE-9015-F300E9AED8AA}">
      <dgm:prSet phldrT="[Texto]" custT="1"/>
      <dgm:spPr/>
      <dgm:t>
        <a:bodyPr/>
        <a:lstStyle/>
        <a:p>
          <a:r>
            <a:rPr lang="es-ES_tradnl" sz="1400" b="1" dirty="0"/>
            <a:t>Relación con condiciones medioambientales</a:t>
          </a:r>
          <a:endParaRPr lang="es-ES" sz="1400" b="1" dirty="0"/>
        </a:p>
      </dgm:t>
    </dgm:pt>
    <dgm:pt modelId="{240B36C2-1B40-47DA-9D1F-2726012C3997}" type="parTrans" cxnId="{5DF4C89B-9D5B-4B1B-94D2-30BB205794D0}">
      <dgm:prSet/>
      <dgm:spPr/>
      <dgm:t>
        <a:bodyPr/>
        <a:lstStyle/>
        <a:p>
          <a:endParaRPr lang="es-ES"/>
        </a:p>
      </dgm:t>
    </dgm:pt>
    <dgm:pt modelId="{5CF3A9E5-41A7-4D9C-B748-8C3F166D3988}" type="sibTrans" cxnId="{5DF4C89B-9D5B-4B1B-94D2-30BB205794D0}">
      <dgm:prSet/>
      <dgm:spPr/>
      <dgm:t>
        <a:bodyPr/>
        <a:lstStyle/>
        <a:p>
          <a:endParaRPr lang="es-ES"/>
        </a:p>
      </dgm:t>
    </dgm:pt>
    <dgm:pt modelId="{E9FBD704-D968-4EC6-A365-BA48447A31D3}">
      <dgm:prSet phldrT="[Texto]" custT="1"/>
      <dgm:spPr/>
      <dgm:t>
        <a:bodyPr/>
        <a:lstStyle/>
        <a:p>
          <a:r>
            <a:rPr lang="es-ES_tradnl" sz="1400" b="1" dirty="0"/>
            <a:t>Efectos idénticos</a:t>
          </a:r>
          <a:endParaRPr lang="es-ES" sz="1400" b="1" dirty="0"/>
        </a:p>
      </dgm:t>
    </dgm:pt>
    <dgm:pt modelId="{4BF0334B-B4F2-4864-90A6-7F8DFD6DE8B5}" type="parTrans" cxnId="{3C1041DE-627F-42B2-9E34-0CB6514015BD}">
      <dgm:prSet/>
      <dgm:spPr/>
      <dgm:t>
        <a:bodyPr/>
        <a:lstStyle/>
        <a:p>
          <a:endParaRPr lang="es-ES"/>
        </a:p>
      </dgm:t>
    </dgm:pt>
    <dgm:pt modelId="{DCEBEC48-0D32-4218-BD3B-7209377B1824}" type="sibTrans" cxnId="{3C1041DE-627F-42B2-9E34-0CB6514015BD}">
      <dgm:prSet/>
      <dgm:spPr/>
      <dgm:t>
        <a:bodyPr/>
        <a:lstStyle/>
        <a:p>
          <a:endParaRPr lang="es-ES"/>
        </a:p>
      </dgm:t>
    </dgm:pt>
    <dgm:pt modelId="{8803D421-716D-4BFC-B73A-726885F9C719}">
      <dgm:prSet phldrT="[Texto]" custT="1"/>
      <dgm:spPr/>
      <dgm:t>
        <a:bodyPr/>
        <a:lstStyle/>
        <a:p>
          <a:r>
            <a:rPr lang="es-ES_tradnl" sz="1400" b="1" dirty="0"/>
            <a:t>Efectos individuales</a:t>
          </a:r>
          <a:endParaRPr lang="es-ES" sz="1400" b="1" dirty="0"/>
        </a:p>
      </dgm:t>
    </dgm:pt>
    <dgm:pt modelId="{DA738598-6672-458B-90E9-21E723B2A827}" type="parTrans" cxnId="{C9B05D21-FB58-424F-856E-7B10666F4552}">
      <dgm:prSet/>
      <dgm:spPr/>
      <dgm:t>
        <a:bodyPr/>
        <a:lstStyle/>
        <a:p>
          <a:endParaRPr lang="es-ES"/>
        </a:p>
      </dgm:t>
    </dgm:pt>
    <dgm:pt modelId="{44DC1CA8-969C-4909-86D2-E105101E105D}" type="sibTrans" cxnId="{C9B05D21-FB58-424F-856E-7B10666F4552}">
      <dgm:prSet/>
      <dgm:spPr/>
      <dgm:t>
        <a:bodyPr/>
        <a:lstStyle/>
        <a:p>
          <a:endParaRPr lang="es-ES"/>
        </a:p>
      </dgm:t>
    </dgm:pt>
    <dgm:pt modelId="{F6FE6C27-6343-4585-8D36-540B990C2152}" type="pres">
      <dgm:prSet presAssocID="{89B066E3-52B3-4CC6-BE40-AE130A68E89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A2613A-8F6C-4406-B69A-20A828EEFDFD}" type="pres">
      <dgm:prSet presAssocID="{626E21B8-4176-45FD-8ACC-954D2F6C583E}" presName="root" presStyleCnt="0"/>
      <dgm:spPr/>
    </dgm:pt>
    <dgm:pt modelId="{7CCB445A-766D-495F-9999-3805E052BA32}" type="pres">
      <dgm:prSet presAssocID="{626E21B8-4176-45FD-8ACC-954D2F6C583E}" presName="rootComposite" presStyleCnt="0"/>
      <dgm:spPr/>
    </dgm:pt>
    <dgm:pt modelId="{4E7DC74A-20BF-440D-BEC4-42C9FA00D644}" type="pres">
      <dgm:prSet presAssocID="{626E21B8-4176-45FD-8ACC-954D2F6C583E}" presName="rootText" presStyleLbl="node1" presStyleIdx="0" presStyleCnt="2" custScaleX="548262" custScaleY="264181"/>
      <dgm:spPr/>
    </dgm:pt>
    <dgm:pt modelId="{B44212A4-603A-4F46-AE20-01C0DFCEE5B6}" type="pres">
      <dgm:prSet presAssocID="{626E21B8-4176-45FD-8ACC-954D2F6C583E}" presName="rootConnector" presStyleLbl="node1" presStyleIdx="0" presStyleCnt="2"/>
      <dgm:spPr/>
    </dgm:pt>
    <dgm:pt modelId="{6745AE42-0EB1-47B3-A6EA-5FC258945EB1}" type="pres">
      <dgm:prSet presAssocID="{626E21B8-4176-45FD-8ACC-954D2F6C583E}" presName="childShape" presStyleCnt="0"/>
      <dgm:spPr/>
    </dgm:pt>
    <dgm:pt modelId="{532BD660-D240-41E9-92C4-C0D485EBBD24}" type="pres">
      <dgm:prSet presAssocID="{26515BD9-9811-4811-9454-E4637FBBC26C}" presName="Name13" presStyleLbl="parChTrans1D2" presStyleIdx="0" presStyleCnt="6"/>
      <dgm:spPr/>
    </dgm:pt>
    <dgm:pt modelId="{21233F05-6FBA-46DF-B10B-C0685C332429}" type="pres">
      <dgm:prSet presAssocID="{200AC79B-19A4-400C-A0F0-5CC9CD49D426}" presName="childText" presStyleLbl="bgAcc1" presStyleIdx="0" presStyleCnt="6" custScaleX="548262" custScaleY="264181">
        <dgm:presLayoutVars>
          <dgm:bulletEnabled val="1"/>
        </dgm:presLayoutVars>
      </dgm:prSet>
      <dgm:spPr/>
    </dgm:pt>
    <dgm:pt modelId="{998E7D51-5896-4495-AAA3-14A41C6AEE2A}" type="pres">
      <dgm:prSet presAssocID="{F58FF1BB-3350-4222-869D-9F7C8439E46E}" presName="Name13" presStyleLbl="parChTrans1D2" presStyleIdx="1" presStyleCnt="6"/>
      <dgm:spPr/>
    </dgm:pt>
    <dgm:pt modelId="{093AE9D1-442A-4E7C-BC61-0B1F9330D705}" type="pres">
      <dgm:prSet presAssocID="{AE7ACD80-9BEF-4D90-A8B6-6CFC92D8B0C5}" presName="childText" presStyleLbl="bgAcc1" presStyleIdx="1" presStyleCnt="6" custScaleX="587327" custScaleY="351174">
        <dgm:presLayoutVars>
          <dgm:bulletEnabled val="1"/>
        </dgm:presLayoutVars>
      </dgm:prSet>
      <dgm:spPr/>
    </dgm:pt>
    <dgm:pt modelId="{94649316-61C1-44EB-B380-8958D5415F4D}" type="pres">
      <dgm:prSet presAssocID="{4BF0334B-B4F2-4864-90A6-7F8DFD6DE8B5}" presName="Name13" presStyleLbl="parChTrans1D2" presStyleIdx="2" presStyleCnt="6"/>
      <dgm:spPr/>
    </dgm:pt>
    <dgm:pt modelId="{11A38318-BEB7-419B-ADB5-DE5B6A264DAE}" type="pres">
      <dgm:prSet presAssocID="{E9FBD704-D968-4EC6-A365-BA48447A31D3}" presName="childText" presStyleLbl="bgAcc1" presStyleIdx="2" presStyleCnt="6" custScaleX="548262" custScaleY="264181" custLinFactNeighborX="40877" custLinFactNeighborY="6540">
        <dgm:presLayoutVars>
          <dgm:bulletEnabled val="1"/>
        </dgm:presLayoutVars>
      </dgm:prSet>
      <dgm:spPr/>
    </dgm:pt>
    <dgm:pt modelId="{919D3FDE-9E0D-490E-9B66-2BA3C0114FFB}" type="pres">
      <dgm:prSet presAssocID="{7B9DAFF4-D881-4708-9A1A-D9F6A87E4501}" presName="root" presStyleCnt="0"/>
      <dgm:spPr/>
    </dgm:pt>
    <dgm:pt modelId="{6A96DE46-6A15-486C-982B-0752C844AD36}" type="pres">
      <dgm:prSet presAssocID="{7B9DAFF4-D881-4708-9A1A-D9F6A87E4501}" presName="rootComposite" presStyleCnt="0"/>
      <dgm:spPr/>
    </dgm:pt>
    <dgm:pt modelId="{87947798-F16F-445B-BE5D-5F6061E6D845}" type="pres">
      <dgm:prSet presAssocID="{7B9DAFF4-D881-4708-9A1A-D9F6A87E4501}" presName="rootText" presStyleLbl="node1" presStyleIdx="1" presStyleCnt="2" custScaleX="548262" custScaleY="264181"/>
      <dgm:spPr/>
    </dgm:pt>
    <dgm:pt modelId="{58797622-8335-4034-9C13-D21B5AB7D7BD}" type="pres">
      <dgm:prSet presAssocID="{7B9DAFF4-D881-4708-9A1A-D9F6A87E4501}" presName="rootConnector" presStyleLbl="node1" presStyleIdx="1" presStyleCnt="2"/>
      <dgm:spPr/>
    </dgm:pt>
    <dgm:pt modelId="{A6F78791-0EC3-4736-882F-274D237309C4}" type="pres">
      <dgm:prSet presAssocID="{7B9DAFF4-D881-4708-9A1A-D9F6A87E4501}" presName="childShape" presStyleCnt="0"/>
      <dgm:spPr/>
    </dgm:pt>
    <dgm:pt modelId="{2D4998CE-86DB-4B26-B64A-C77DF26EE7A7}" type="pres">
      <dgm:prSet presAssocID="{FC346799-15C5-4CD7-A63A-BCBE2422EE71}" presName="Name13" presStyleLbl="parChTrans1D2" presStyleIdx="3" presStyleCnt="6"/>
      <dgm:spPr/>
    </dgm:pt>
    <dgm:pt modelId="{49FF2671-6BD8-4E67-91AE-9CFAD9DB46A1}" type="pres">
      <dgm:prSet presAssocID="{FACA4E0F-62EA-4D78-8F4D-186B6E0C9BF1}" presName="childText" presStyleLbl="bgAcc1" presStyleIdx="3" presStyleCnt="6" custScaleX="548262" custScaleY="264181">
        <dgm:presLayoutVars>
          <dgm:bulletEnabled val="1"/>
        </dgm:presLayoutVars>
      </dgm:prSet>
      <dgm:spPr/>
    </dgm:pt>
    <dgm:pt modelId="{7AFCBAAA-A675-454A-8CF8-82D69FE50FCE}" type="pres">
      <dgm:prSet presAssocID="{240B36C2-1B40-47DA-9D1F-2726012C3997}" presName="Name13" presStyleLbl="parChTrans1D2" presStyleIdx="4" presStyleCnt="6"/>
      <dgm:spPr/>
    </dgm:pt>
    <dgm:pt modelId="{8C0EA6D6-2C65-4F5C-94FB-DC4D82045B2E}" type="pres">
      <dgm:prSet presAssocID="{D2AC23AB-31AD-42DE-9015-F300E9AED8AA}" presName="childText" presStyleLbl="bgAcc1" presStyleIdx="4" presStyleCnt="6" custScaleX="607400" custScaleY="328556">
        <dgm:presLayoutVars>
          <dgm:bulletEnabled val="1"/>
        </dgm:presLayoutVars>
      </dgm:prSet>
      <dgm:spPr/>
    </dgm:pt>
    <dgm:pt modelId="{B897171B-C081-4346-B676-197F2AB16A11}" type="pres">
      <dgm:prSet presAssocID="{DA738598-6672-458B-90E9-21E723B2A827}" presName="Name13" presStyleLbl="parChTrans1D2" presStyleIdx="5" presStyleCnt="6"/>
      <dgm:spPr/>
    </dgm:pt>
    <dgm:pt modelId="{CC4D9AE5-79F5-44D2-BDFC-967765848C7E}" type="pres">
      <dgm:prSet presAssocID="{8803D421-716D-4BFC-B73A-726885F9C719}" presName="childText" presStyleLbl="bgAcc1" presStyleIdx="5" presStyleCnt="6" custScaleX="548262" custScaleY="264181">
        <dgm:presLayoutVars>
          <dgm:bulletEnabled val="1"/>
        </dgm:presLayoutVars>
      </dgm:prSet>
      <dgm:spPr/>
    </dgm:pt>
  </dgm:ptLst>
  <dgm:cxnLst>
    <dgm:cxn modelId="{D85FD108-F22F-4AD9-AA56-A16C7435AC8F}" srcId="{89B066E3-52B3-4CC6-BE40-AE130A68E89E}" destId="{7B9DAFF4-D881-4708-9A1A-D9F6A87E4501}" srcOrd="1" destOrd="0" parTransId="{4D798827-DA53-4261-8530-97CEFD47FC40}" sibTransId="{98AF4A46-D088-40C5-86B4-01747E710AC9}"/>
    <dgm:cxn modelId="{C9B05D21-FB58-424F-856E-7B10666F4552}" srcId="{7B9DAFF4-D881-4708-9A1A-D9F6A87E4501}" destId="{8803D421-716D-4BFC-B73A-726885F9C719}" srcOrd="2" destOrd="0" parTransId="{DA738598-6672-458B-90E9-21E723B2A827}" sibTransId="{44DC1CA8-969C-4909-86D2-E105101E105D}"/>
    <dgm:cxn modelId="{9C1ACB21-F748-4021-A28F-B007D35FF6BB}" type="presOf" srcId="{E9FBD704-D968-4EC6-A365-BA48447A31D3}" destId="{11A38318-BEB7-419B-ADB5-DE5B6A264DAE}" srcOrd="0" destOrd="0" presId="urn:microsoft.com/office/officeart/2005/8/layout/hierarchy3"/>
    <dgm:cxn modelId="{E2CA9225-E603-4AD3-BF3A-948571AB3296}" type="presOf" srcId="{240B36C2-1B40-47DA-9D1F-2726012C3997}" destId="{7AFCBAAA-A675-454A-8CF8-82D69FE50FCE}" srcOrd="0" destOrd="0" presId="urn:microsoft.com/office/officeart/2005/8/layout/hierarchy3"/>
    <dgm:cxn modelId="{21392367-55C1-4E3B-BDE1-D57863BB5685}" type="presOf" srcId="{8803D421-716D-4BFC-B73A-726885F9C719}" destId="{CC4D9AE5-79F5-44D2-BDFC-967765848C7E}" srcOrd="0" destOrd="0" presId="urn:microsoft.com/office/officeart/2005/8/layout/hierarchy3"/>
    <dgm:cxn modelId="{6A5BCC4B-48F8-4B96-AFEA-E882A6EC63E4}" srcId="{89B066E3-52B3-4CC6-BE40-AE130A68E89E}" destId="{626E21B8-4176-45FD-8ACC-954D2F6C583E}" srcOrd="0" destOrd="0" parTransId="{319B4D39-6717-4A67-A5C7-E53E46AC3BD6}" sibTransId="{909493CC-E6DB-48D7-B10E-A35C35360960}"/>
    <dgm:cxn modelId="{72AF464C-786C-424D-A223-4417CD0E49C0}" srcId="{626E21B8-4176-45FD-8ACC-954D2F6C583E}" destId="{200AC79B-19A4-400C-A0F0-5CC9CD49D426}" srcOrd="0" destOrd="0" parTransId="{26515BD9-9811-4811-9454-E4637FBBC26C}" sibTransId="{7E9D88DF-218E-4E23-AB08-6B2285372F2F}"/>
    <dgm:cxn modelId="{85384752-201A-43BF-BD42-C1892CCE1EBC}" type="presOf" srcId="{4BF0334B-B4F2-4864-90A6-7F8DFD6DE8B5}" destId="{94649316-61C1-44EB-B380-8958D5415F4D}" srcOrd="0" destOrd="0" presId="urn:microsoft.com/office/officeart/2005/8/layout/hierarchy3"/>
    <dgm:cxn modelId="{77469C73-C54C-4CCE-9CEA-A1C60BDA5773}" type="presOf" srcId="{FC346799-15C5-4CD7-A63A-BCBE2422EE71}" destId="{2D4998CE-86DB-4B26-B64A-C77DF26EE7A7}" srcOrd="0" destOrd="0" presId="urn:microsoft.com/office/officeart/2005/8/layout/hierarchy3"/>
    <dgm:cxn modelId="{81030974-FB5D-487B-97C8-C06C1F9A21F5}" type="presOf" srcId="{89B066E3-52B3-4CC6-BE40-AE130A68E89E}" destId="{F6FE6C27-6343-4585-8D36-540B990C2152}" srcOrd="0" destOrd="0" presId="urn:microsoft.com/office/officeart/2005/8/layout/hierarchy3"/>
    <dgm:cxn modelId="{DD21EF7E-52FD-4853-8D48-3D8CA4ACBDE7}" type="presOf" srcId="{AE7ACD80-9BEF-4D90-A8B6-6CFC92D8B0C5}" destId="{093AE9D1-442A-4E7C-BC61-0B1F9330D705}" srcOrd="0" destOrd="0" presId="urn:microsoft.com/office/officeart/2005/8/layout/hierarchy3"/>
    <dgm:cxn modelId="{1192638A-BAEA-4A3F-A5F0-BCF5B187A65D}" type="presOf" srcId="{F58FF1BB-3350-4222-869D-9F7C8439E46E}" destId="{998E7D51-5896-4495-AAA3-14A41C6AEE2A}" srcOrd="0" destOrd="0" presId="urn:microsoft.com/office/officeart/2005/8/layout/hierarchy3"/>
    <dgm:cxn modelId="{14BA7392-D51B-4601-AC0D-73C0BA8C7186}" type="presOf" srcId="{D2AC23AB-31AD-42DE-9015-F300E9AED8AA}" destId="{8C0EA6D6-2C65-4F5C-94FB-DC4D82045B2E}" srcOrd="0" destOrd="0" presId="urn:microsoft.com/office/officeart/2005/8/layout/hierarchy3"/>
    <dgm:cxn modelId="{5DF4C89B-9D5B-4B1B-94D2-30BB205794D0}" srcId="{7B9DAFF4-D881-4708-9A1A-D9F6A87E4501}" destId="{D2AC23AB-31AD-42DE-9015-F300E9AED8AA}" srcOrd="1" destOrd="0" parTransId="{240B36C2-1B40-47DA-9D1F-2726012C3997}" sibTransId="{5CF3A9E5-41A7-4D9C-B748-8C3F166D3988}"/>
    <dgm:cxn modelId="{E631C0BC-419D-4E47-BA5A-DE1E6BE834CE}" type="presOf" srcId="{200AC79B-19A4-400C-A0F0-5CC9CD49D426}" destId="{21233F05-6FBA-46DF-B10B-C0685C332429}" srcOrd="0" destOrd="0" presId="urn:microsoft.com/office/officeart/2005/8/layout/hierarchy3"/>
    <dgm:cxn modelId="{AE2810BE-6FC2-4E16-869A-780734B2FE74}" type="presOf" srcId="{7B9DAFF4-D881-4708-9A1A-D9F6A87E4501}" destId="{87947798-F16F-445B-BE5D-5F6061E6D845}" srcOrd="0" destOrd="0" presId="urn:microsoft.com/office/officeart/2005/8/layout/hierarchy3"/>
    <dgm:cxn modelId="{8AE7A2C0-5A3A-48CC-AEC0-E294496284A7}" srcId="{7B9DAFF4-D881-4708-9A1A-D9F6A87E4501}" destId="{FACA4E0F-62EA-4D78-8F4D-186B6E0C9BF1}" srcOrd="0" destOrd="0" parTransId="{FC346799-15C5-4CD7-A63A-BCBE2422EE71}" sibTransId="{7970B37A-1096-4B54-AB91-0D8F334EA0AF}"/>
    <dgm:cxn modelId="{73A129C2-A693-4033-9515-74A97D70B91A}" srcId="{626E21B8-4176-45FD-8ACC-954D2F6C583E}" destId="{AE7ACD80-9BEF-4D90-A8B6-6CFC92D8B0C5}" srcOrd="1" destOrd="0" parTransId="{F58FF1BB-3350-4222-869D-9F7C8439E46E}" sibTransId="{1B0CE76E-63E8-4AEB-9A28-D4FB6994D166}"/>
    <dgm:cxn modelId="{39716DCE-4912-4EA2-97C9-3F38E7FD80D2}" type="presOf" srcId="{626E21B8-4176-45FD-8ACC-954D2F6C583E}" destId="{4E7DC74A-20BF-440D-BEC4-42C9FA00D644}" srcOrd="0" destOrd="0" presId="urn:microsoft.com/office/officeart/2005/8/layout/hierarchy3"/>
    <dgm:cxn modelId="{20ACEDD2-D51A-4B1C-A19D-DF37409E510C}" type="presOf" srcId="{FACA4E0F-62EA-4D78-8F4D-186B6E0C9BF1}" destId="{49FF2671-6BD8-4E67-91AE-9CFAD9DB46A1}" srcOrd="0" destOrd="0" presId="urn:microsoft.com/office/officeart/2005/8/layout/hierarchy3"/>
    <dgm:cxn modelId="{3C1041DE-627F-42B2-9E34-0CB6514015BD}" srcId="{626E21B8-4176-45FD-8ACC-954D2F6C583E}" destId="{E9FBD704-D968-4EC6-A365-BA48447A31D3}" srcOrd="2" destOrd="0" parTransId="{4BF0334B-B4F2-4864-90A6-7F8DFD6DE8B5}" sibTransId="{DCEBEC48-0D32-4218-BD3B-7209377B1824}"/>
    <dgm:cxn modelId="{3E27EFDE-1735-490D-B1DB-0D61A52C0109}" type="presOf" srcId="{DA738598-6672-458B-90E9-21E723B2A827}" destId="{B897171B-C081-4346-B676-197F2AB16A11}" srcOrd="0" destOrd="0" presId="urn:microsoft.com/office/officeart/2005/8/layout/hierarchy3"/>
    <dgm:cxn modelId="{F2AC4EE4-C8EC-4BCF-B424-2BC8238A6864}" type="presOf" srcId="{7B9DAFF4-D881-4708-9A1A-D9F6A87E4501}" destId="{58797622-8335-4034-9C13-D21B5AB7D7BD}" srcOrd="1" destOrd="0" presId="urn:microsoft.com/office/officeart/2005/8/layout/hierarchy3"/>
    <dgm:cxn modelId="{88ED86FC-3C34-4230-B2C0-EA49C3D7A313}" type="presOf" srcId="{26515BD9-9811-4811-9454-E4637FBBC26C}" destId="{532BD660-D240-41E9-92C4-C0D485EBBD24}" srcOrd="0" destOrd="0" presId="urn:microsoft.com/office/officeart/2005/8/layout/hierarchy3"/>
    <dgm:cxn modelId="{3A2367FF-FE22-4B98-82AC-06B9406126BA}" type="presOf" srcId="{626E21B8-4176-45FD-8ACC-954D2F6C583E}" destId="{B44212A4-603A-4F46-AE20-01C0DFCEE5B6}" srcOrd="1" destOrd="0" presId="urn:microsoft.com/office/officeart/2005/8/layout/hierarchy3"/>
    <dgm:cxn modelId="{237F0517-881D-40D3-9434-9C493B5A5092}" type="presParOf" srcId="{F6FE6C27-6343-4585-8D36-540B990C2152}" destId="{CDA2613A-8F6C-4406-B69A-20A828EEFDFD}" srcOrd="0" destOrd="0" presId="urn:microsoft.com/office/officeart/2005/8/layout/hierarchy3"/>
    <dgm:cxn modelId="{EACAEF68-DAAB-4ED3-A217-A70A55A9FFBD}" type="presParOf" srcId="{CDA2613A-8F6C-4406-B69A-20A828EEFDFD}" destId="{7CCB445A-766D-495F-9999-3805E052BA32}" srcOrd="0" destOrd="0" presId="urn:microsoft.com/office/officeart/2005/8/layout/hierarchy3"/>
    <dgm:cxn modelId="{287461C7-46A4-4E0F-8046-F504A7F89506}" type="presParOf" srcId="{7CCB445A-766D-495F-9999-3805E052BA32}" destId="{4E7DC74A-20BF-440D-BEC4-42C9FA00D644}" srcOrd="0" destOrd="0" presId="urn:microsoft.com/office/officeart/2005/8/layout/hierarchy3"/>
    <dgm:cxn modelId="{A56A0251-CE71-453D-A7BF-552D805357B5}" type="presParOf" srcId="{7CCB445A-766D-495F-9999-3805E052BA32}" destId="{B44212A4-603A-4F46-AE20-01C0DFCEE5B6}" srcOrd="1" destOrd="0" presId="urn:microsoft.com/office/officeart/2005/8/layout/hierarchy3"/>
    <dgm:cxn modelId="{027282BB-8007-4D5D-9345-49A8EBB231D6}" type="presParOf" srcId="{CDA2613A-8F6C-4406-B69A-20A828EEFDFD}" destId="{6745AE42-0EB1-47B3-A6EA-5FC258945EB1}" srcOrd="1" destOrd="0" presId="urn:microsoft.com/office/officeart/2005/8/layout/hierarchy3"/>
    <dgm:cxn modelId="{ECFB83C1-107B-4C93-A590-CE28BF66FBF9}" type="presParOf" srcId="{6745AE42-0EB1-47B3-A6EA-5FC258945EB1}" destId="{532BD660-D240-41E9-92C4-C0D485EBBD24}" srcOrd="0" destOrd="0" presId="urn:microsoft.com/office/officeart/2005/8/layout/hierarchy3"/>
    <dgm:cxn modelId="{51F6E0E5-A293-4316-88A1-4218D311C2A3}" type="presParOf" srcId="{6745AE42-0EB1-47B3-A6EA-5FC258945EB1}" destId="{21233F05-6FBA-46DF-B10B-C0685C332429}" srcOrd="1" destOrd="0" presId="urn:microsoft.com/office/officeart/2005/8/layout/hierarchy3"/>
    <dgm:cxn modelId="{7C19E356-04A4-4E73-B7C5-8B1C07CC1096}" type="presParOf" srcId="{6745AE42-0EB1-47B3-A6EA-5FC258945EB1}" destId="{998E7D51-5896-4495-AAA3-14A41C6AEE2A}" srcOrd="2" destOrd="0" presId="urn:microsoft.com/office/officeart/2005/8/layout/hierarchy3"/>
    <dgm:cxn modelId="{1A4DF7D7-7E64-42C3-9206-B1C8A3202A87}" type="presParOf" srcId="{6745AE42-0EB1-47B3-A6EA-5FC258945EB1}" destId="{093AE9D1-442A-4E7C-BC61-0B1F9330D705}" srcOrd="3" destOrd="0" presId="urn:microsoft.com/office/officeart/2005/8/layout/hierarchy3"/>
    <dgm:cxn modelId="{436CCBA9-2B1F-4977-AC2A-E0AE0FD731C8}" type="presParOf" srcId="{6745AE42-0EB1-47B3-A6EA-5FC258945EB1}" destId="{94649316-61C1-44EB-B380-8958D5415F4D}" srcOrd="4" destOrd="0" presId="urn:microsoft.com/office/officeart/2005/8/layout/hierarchy3"/>
    <dgm:cxn modelId="{3510C4D0-9CD6-469A-896F-BF50F6A48B2A}" type="presParOf" srcId="{6745AE42-0EB1-47B3-A6EA-5FC258945EB1}" destId="{11A38318-BEB7-419B-ADB5-DE5B6A264DAE}" srcOrd="5" destOrd="0" presId="urn:microsoft.com/office/officeart/2005/8/layout/hierarchy3"/>
    <dgm:cxn modelId="{E7F82440-D4FE-493B-A09A-44BC0F5E9EB7}" type="presParOf" srcId="{F6FE6C27-6343-4585-8D36-540B990C2152}" destId="{919D3FDE-9E0D-490E-9B66-2BA3C0114FFB}" srcOrd="1" destOrd="0" presId="urn:microsoft.com/office/officeart/2005/8/layout/hierarchy3"/>
    <dgm:cxn modelId="{3F54A069-A141-4727-B911-7E662FA70BFE}" type="presParOf" srcId="{919D3FDE-9E0D-490E-9B66-2BA3C0114FFB}" destId="{6A96DE46-6A15-486C-982B-0752C844AD36}" srcOrd="0" destOrd="0" presId="urn:microsoft.com/office/officeart/2005/8/layout/hierarchy3"/>
    <dgm:cxn modelId="{6D416FC8-8C0E-4C30-AF4A-91506D77A426}" type="presParOf" srcId="{6A96DE46-6A15-486C-982B-0752C844AD36}" destId="{87947798-F16F-445B-BE5D-5F6061E6D845}" srcOrd="0" destOrd="0" presId="urn:microsoft.com/office/officeart/2005/8/layout/hierarchy3"/>
    <dgm:cxn modelId="{F1A93B02-2D8B-4629-8DBC-1601809CBAFB}" type="presParOf" srcId="{6A96DE46-6A15-486C-982B-0752C844AD36}" destId="{58797622-8335-4034-9C13-D21B5AB7D7BD}" srcOrd="1" destOrd="0" presId="urn:microsoft.com/office/officeart/2005/8/layout/hierarchy3"/>
    <dgm:cxn modelId="{EB96EA54-E213-4070-A75A-CA4B2817891D}" type="presParOf" srcId="{919D3FDE-9E0D-490E-9B66-2BA3C0114FFB}" destId="{A6F78791-0EC3-4736-882F-274D237309C4}" srcOrd="1" destOrd="0" presId="urn:microsoft.com/office/officeart/2005/8/layout/hierarchy3"/>
    <dgm:cxn modelId="{27721DD3-520E-4EE9-A924-BE793EF9A296}" type="presParOf" srcId="{A6F78791-0EC3-4736-882F-274D237309C4}" destId="{2D4998CE-86DB-4B26-B64A-C77DF26EE7A7}" srcOrd="0" destOrd="0" presId="urn:microsoft.com/office/officeart/2005/8/layout/hierarchy3"/>
    <dgm:cxn modelId="{2E4AC09A-F40A-49AE-B6C2-CFD86B655F45}" type="presParOf" srcId="{A6F78791-0EC3-4736-882F-274D237309C4}" destId="{49FF2671-6BD8-4E67-91AE-9CFAD9DB46A1}" srcOrd="1" destOrd="0" presId="urn:microsoft.com/office/officeart/2005/8/layout/hierarchy3"/>
    <dgm:cxn modelId="{8F25BA9F-C97D-426B-9E16-D01B6F7457F0}" type="presParOf" srcId="{A6F78791-0EC3-4736-882F-274D237309C4}" destId="{7AFCBAAA-A675-454A-8CF8-82D69FE50FCE}" srcOrd="2" destOrd="0" presId="urn:microsoft.com/office/officeart/2005/8/layout/hierarchy3"/>
    <dgm:cxn modelId="{AC6BA0A1-A754-45A1-822F-B1E2D2A2D1BA}" type="presParOf" srcId="{A6F78791-0EC3-4736-882F-274D237309C4}" destId="{8C0EA6D6-2C65-4F5C-94FB-DC4D82045B2E}" srcOrd="3" destOrd="0" presId="urn:microsoft.com/office/officeart/2005/8/layout/hierarchy3"/>
    <dgm:cxn modelId="{ECBFCE02-4573-4938-8837-A79EA22CE2F5}" type="presParOf" srcId="{A6F78791-0EC3-4736-882F-274D237309C4}" destId="{B897171B-C081-4346-B676-197F2AB16A11}" srcOrd="4" destOrd="0" presId="urn:microsoft.com/office/officeart/2005/8/layout/hierarchy3"/>
    <dgm:cxn modelId="{3CC2F4F5-B385-40A6-947E-5E27AE2A0E07}" type="presParOf" srcId="{A6F78791-0EC3-4736-882F-274D237309C4}" destId="{CC4D9AE5-79F5-44D2-BDFC-967765848C7E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9B066E3-52B3-4CC6-BE40-AE130A68E89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626E21B8-4176-45FD-8ACC-954D2F6C583E}">
      <dgm:prSet phldrT="[Texto]" custT="1"/>
      <dgm:spPr/>
      <dgm:t>
        <a:bodyPr/>
        <a:lstStyle/>
        <a:p>
          <a:r>
            <a:rPr lang="es-ES_tradnl" sz="1600" b="1" dirty="0"/>
            <a:t>Clasificación enfermedades profesionales</a:t>
          </a:r>
          <a:endParaRPr lang="es-ES" sz="1600" b="1" dirty="0"/>
        </a:p>
      </dgm:t>
    </dgm:pt>
    <dgm:pt modelId="{319B4D39-6717-4A67-A5C7-E53E46AC3BD6}" type="parTrans" cxnId="{6A5BCC4B-48F8-4B96-AFEA-E882A6EC63E4}">
      <dgm:prSet/>
      <dgm:spPr/>
      <dgm:t>
        <a:bodyPr/>
        <a:lstStyle/>
        <a:p>
          <a:endParaRPr lang="es-ES"/>
        </a:p>
      </dgm:t>
    </dgm:pt>
    <dgm:pt modelId="{909493CC-E6DB-48D7-B10E-A35C35360960}" type="sibTrans" cxnId="{6A5BCC4B-48F8-4B96-AFEA-E882A6EC63E4}">
      <dgm:prSet/>
      <dgm:spPr/>
      <dgm:t>
        <a:bodyPr/>
        <a:lstStyle/>
        <a:p>
          <a:endParaRPr lang="es-ES"/>
        </a:p>
      </dgm:t>
    </dgm:pt>
    <dgm:pt modelId="{200AC79B-19A4-400C-A0F0-5CC9CD49D426}">
      <dgm:prSet phldrT="[Texto]" custT="1"/>
      <dgm:spPr/>
      <dgm:t>
        <a:bodyPr/>
        <a:lstStyle/>
        <a:p>
          <a:r>
            <a:rPr lang="es-ES_tradnl" sz="1400" b="1" dirty="0"/>
            <a:t>Enfermedades causadas por agentes químicos </a:t>
          </a:r>
        </a:p>
        <a:p>
          <a:r>
            <a:rPr lang="es-ES_tradnl" sz="1400" b="1" dirty="0"/>
            <a:t>(saturnismo)</a:t>
          </a:r>
          <a:endParaRPr lang="es-ES" sz="1400" b="1" dirty="0"/>
        </a:p>
      </dgm:t>
    </dgm:pt>
    <dgm:pt modelId="{26515BD9-9811-4811-9454-E4637FBBC26C}" type="parTrans" cxnId="{72AF464C-786C-424D-A223-4417CD0E49C0}">
      <dgm:prSet/>
      <dgm:spPr/>
      <dgm:t>
        <a:bodyPr/>
        <a:lstStyle/>
        <a:p>
          <a:endParaRPr lang="es-ES"/>
        </a:p>
      </dgm:t>
    </dgm:pt>
    <dgm:pt modelId="{7E9D88DF-218E-4E23-AB08-6B2285372F2F}" type="sibTrans" cxnId="{72AF464C-786C-424D-A223-4417CD0E49C0}">
      <dgm:prSet/>
      <dgm:spPr/>
      <dgm:t>
        <a:bodyPr/>
        <a:lstStyle/>
        <a:p>
          <a:endParaRPr lang="es-ES"/>
        </a:p>
      </dgm:t>
    </dgm:pt>
    <dgm:pt modelId="{AE7ACD80-9BEF-4D90-A8B6-6CFC92D8B0C5}">
      <dgm:prSet phldrT="[Texto]" custT="1"/>
      <dgm:spPr/>
      <dgm:t>
        <a:bodyPr/>
        <a:lstStyle/>
        <a:p>
          <a:r>
            <a:rPr lang="es-ES_tradnl" sz="1400" b="1" dirty="0"/>
            <a:t>Enfermedades causadas por agentes físicos</a:t>
          </a:r>
        </a:p>
        <a:p>
          <a:r>
            <a:rPr lang="es-ES_tradnl" sz="1400" b="1" dirty="0"/>
            <a:t> (síndrome del dedo blanco)</a:t>
          </a:r>
          <a:endParaRPr lang="es-ES" sz="1400" b="1" dirty="0"/>
        </a:p>
      </dgm:t>
    </dgm:pt>
    <dgm:pt modelId="{F58FF1BB-3350-4222-869D-9F7C8439E46E}" type="parTrans" cxnId="{73A129C2-A693-4033-9515-74A97D70B91A}">
      <dgm:prSet/>
      <dgm:spPr/>
      <dgm:t>
        <a:bodyPr/>
        <a:lstStyle/>
        <a:p>
          <a:endParaRPr lang="es-ES"/>
        </a:p>
      </dgm:t>
    </dgm:pt>
    <dgm:pt modelId="{1B0CE76E-63E8-4AEB-9A28-D4FB6994D166}" type="sibTrans" cxnId="{73A129C2-A693-4033-9515-74A97D70B91A}">
      <dgm:prSet/>
      <dgm:spPr/>
      <dgm:t>
        <a:bodyPr/>
        <a:lstStyle/>
        <a:p>
          <a:endParaRPr lang="es-ES"/>
        </a:p>
      </dgm:t>
    </dgm:pt>
    <dgm:pt modelId="{E9FBD704-D968-4EC6-A365-BA48447A31D3}">
      <dgm:prSet phldrT="[Texto]" custT="1"/>
      <dgm:spPr/>
      <dgm:t>
        <a:bodyPr/>
        <a:lstStyle/>
        <a:p>
          <a:r>
            <a:rPr lang="es-ES_tradnl" sz="1400" b="1" dirty="0"/>
            <a:t>Enfermedades causadas por agentes biológicos</a:t>
          </a:r>
        </a:p>
        <a:p>
          <a:r>
            <a:rPr lang="es-ES_tradnl" sz="1400" b="1" dirty="0"/>
            <a:t>(el Tétanos)</a:t>
          </a:r>
          <a:endParaRPr lang="es-ES" sz="1400" b="1" dirty="0"/>
        </a:p>
      </dgm:t>
    </dgm:pt>
    <dgm:pt modelId="{4BF0334B-B4F2-4864-90A6-7F8DFD6DE8B5}" type="parTrans" cxnId="{3C1041DE-627F-42B2-9E34-0CB6514015BD}">
      <dgm:prSet/>
      <dgm:spPr/>
      <dgm:t>
        <a:bodyPr/>
        <a:lstStyle/>
        <a:p>
          <a:endParaRPr lang="es-ES"/>
        </a:p>
      </dgm:t>
    </dgm:pt>
    <dgm:pt modelId="{DCEBEC48-0D32-4218-BD3B-7209377B1824}" type="sibTrans" cxnId="{3C1041DE-627F-42B2-9E34-0CB6514015BD}">
      <dgm:prSet/>
      <dgm:spPr/>
      <dgm:t>
        <a:bodyPr/>
        <a:lstStyle/>
        <a:p>
          <a:endParaRPr lang="es-ES"/>
        </a:p>
      </dgm:t>
    </dgm:pt>
    <dgm:pt modelId="{9007FA41-E0AE-4EBE-899A-D9B21DD043BF}">
      <dgm:prSet phldrT="[Texto]" custT="1"/>
      <dgm:spPr/>
      <dgm:t>
        <a:bodyPr/>
        <a:lstStyle/>
        <a:p>
          <a:r>
            <a:rPr lang="es-ES_tradnl" sz="1400" b="1" dirty="0"/>
            <a:t>Enfermedades causadas por agentes cancerígenos</a:t>
          </a:r>
          <a:endParaRPr lang="es-ES" sz="1400" b="1" dirty="0"/>
        </a:p>
      </dgm:t>
    </dgm:pt>
    <dgm:pt modelId="{F5260F28-F4BD-4068-BF86-849CAEA27837}" type="parTrans" cxnId="{E93ABC9C-7988-47C4-B82B-EF3253A01442}">
      <dgm:prSet/>
      <dgm:spPr/>
      <dgm:t>
        <a:bodyPr/>
        <a:lstStyle/>
        <a:p>
          <a:endParaRPr lang="es-ES"/>
        </a:p>
      </dgm:t>
    </dgm:pt>
    <dgm:pt modelId="{94F25941-08D1-4B8A-A843-229AD7301796}" type="sibTrans" cxnId="{E93ABC9C-7988-47C4-B82B-EF3253A01442}">
      <dgm:prSet/>
      <dgm:spPr/>
      <dgm:t>
        <a:bodyPr/>
        <a:lstStyle/>
        <a:p>
          <a:endParaRPr lang="es-ES"/>
        </a:p>
      </dgm:t>
    </dgm:pt>
    <dgm:pt modelId="{4BFBBA75-5BB8-4A0A-9E50-5BF6149CC4F8}">
      <dgm:prSet phldrT="[Texto]" custT="1"/>
      <dgm:spPr/>
      <dgm:t>
        <a:bodyPr/>
        <a:lstStyle/>
        <a:p>
          <a:r>
            <a:rPr lang="es-ES_tradnl" sz="1400" b="1" dirty="0"/>
            <a:t>Enfermedades causadas por la inhalación de sustancias y agentes no comprendidas en apartados anteriores (asbestosis)</a:t>
          </a:r>
        </a:p>
      </dgm:t>
    </dgm:pt>
    <dgm:pt modelId="{326DB3D9-905C-4A98-B4D8-F6E16C0B0746}" type="parTrans" cxnId="{1F398356-FDF7-4ABD-BD57-3C197E442F0D}">
      <dgm:prSet/>
      <dgm:spPr/>
      <dgm:t>
        <a:bodyPr/>
        <a:lstStyle/>
        <a:p>
          <a:endParaRPr lang="es-ES"/>
        </a:p>
      </dgm:t>
    </dgm:pt>
    <dgm:pt modelId="{5D3C6323-4B3D-4122-B6A3-D26F49E427C0}" type="sibTrans" cxnId="{1F398356-FDF7-4ABD-BD57-3C197E442F0D}">
      <dgm:prSet/>
      <dgm:spPr/>
      <dgm:t>
        <a:bodyPr/>
        <a:lstStyle/>
        <a:p>
          <a:endParaRPr lang="es-ES"/>
        </a:p>
      </dgm:t>
    </dgm:pt>
    <dgm:pt modelId="{3A3021B2-ED47-450A-87D3-571BC2D1B5C3}">
      <dgm:prSet phldrT="[Texto]" custT="1"/>
      <dgm:spPr/>
      <dgm:t>
        <a:bodyPr/>
        <a:lstStyle/>
        <a:p>
          <a:r>
            <a:rPr lang="es-ES_tradnl" sz="1400" b="1" dirty="0"/>
            <a:t>Enfermedades de la piel causadas por sustancias y agentes no comprendidos en alguno de los otros apartados (eczema)</a:t>
          </a:r>
          <a:endParaRPr lang="es-ES" sz="1400" b="1" dirty="0"/>
        </a:p>
      </dgm:t>
    </dgm:pt>
    <dgm:pt modelId="{48D1B7DB-A0CB-4061-8B5A-115AC504914B}" type="parTrans" cxnId="{2A5E1CAA-1A73-4048-BEC5-F404F2741A07}">
      <dgm:prSet/>
      <dgm:spPr/>
      <dgm:t>
        <a:bodyPr/>
        <a:lstStyle/>
        <a:p>
          <a:endParaRPr lang="es-ES"/>
        </a:p>
      </dgm:t>
    </dgm:pt>
    <dgm:pt modelId="{F2D682C5-1242-42FA-A004-185A026C5446}" type="sibTrans" cxnId="{2A5E1CAA-1A73-4048-BEC5-F404F2741A07}">
      <dgm:prSet/>
      <dgm:spPr/>
      <dgm:t>
        <a:bodyPr/>
        <a:lstStyle/>
        <a:p>
          <a:endParaRPr lang="es-ES"/>
        </a:p>
      </dgm:t>
    </dgm:pt>
    <dgm:pt modelId="{F6FE6C27-6343-4585-8D36-540B990C2152}" type="pres">
      <dgm:prSet presAssocID="{89B066E3-52B3-4CC6-BE40-AE130A68E89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A2613A-8F6C-4406-B69A-20A828EEFDFD}" type="pres">
      <dgm:prSet presAssocID="{626E21B8-4176-45FD-8ACC-954D2F6C583E}" presName="root" presStyleCnt="0"/>
      <dgm:spPr/>
    </dgm:pt>
    <dgm:pt modelId="{7CCB445A-766D-495F-9999-3805E052BA32}" type="pres">
      <dgm:prSet presAssocID="{626E21B8-4176-45FD-8ACC-954D2F6C583E}" presName="rootComposite" presStyleCnt="0"/>
      <dgm:spPr/>
    </dgm:pt>
    <dgm:pt modelId="{4E7DC74A-20BF-440D-BEC4-42C9FA00D644}" type="pres">
      <dgm:prSet presAssocID="{626E21B8-4176-45FD-8ACC-954D2F6C583E}" presName="rootText" presStyleLbl="node1" presStyleIdx="0" presStyleCnt="1" custScaleX="1600871" custScaleY="213013" custLinFactX="-100000" custLinFactNeighborX="-164994" custLinFactNeighborY="-56687"/>
      <dgm:spPr/>
    </dgm:pt>
    <dgm:pt modelId="{B44212A4-603A-4F46-AE20-01C0DFCEE5B6}" type="pres">
      <dgm:prSet presAssocID="{626E21B8-4176-45FD-8ACC-954D2F6C583E}" presName="rootConnector" presStyleLbl="node1" presStyleIdx="0" presStyleCnt="1"/>
      <dgm:spPr/>
    </dgm:pt>
    <dgm:pt modelId="{6745AE42-0EB1-47B3-A6EA-5FC258945EB1}" type="pres">
      <dgm:prSet presAssocID="{626E21B8-4176-45FD-8ACC-954D2F6C583E}" presName="childShape" presStyleCnt="0"/>
      <dgm:spPr/>
    </dgm:pt>
    <dgm:pt modelId="{532BD660-D240-41E9-92C4-C0D485EBBD24}" type="pres">
      <dgm:prSet presAssocID="{26515BD9-9811-4811-9454-E4637FBBC26C}" presName="Name13" presStyleLbl="parChTrans1D2" presStyleIdx="0" presStyleCnt="6"/>
      <dgm:spPr/>
    </dgm:pt>
    <dgm:pt modelId="{21233F05-6FBA-46DF-B10B-C0685C332429}" type="pres">
      <dgm:prSet presAssocID="{200AC79B-19A4-400C-A0F0-5CC9CD49D426}" presName="childText" presStyleLbl="bgAcc1" presStyleIdx="0" presStyleCnt="6" custScaleX="2000000" custScaleY="336888" custLinFactX="-260231" custLinFactNeighborX="-300000" custLinFactNeighborY="-63622">
        <dgm:presLayoutVars>
          <dgm:bulletEnabled val="1"/>
        </dgm:presLayoutVars>
      </dgm:prSet>
      <dgm:spPr/>
    </dgm:pt>
    <dgm:pt modelId="{998E7D51-5896-4495-AAA3-14A41C6AEE2A}" type="pres">
      <dgm:prSet presAssocID="{F58FF1BB-3350-4222-869D-9F7C8439E46E}" presName="Name13" presStyleLbl="parChTrans1D2" presStyleIdx="1" presStyleCnt="6"/>
      <dgm:spPr/>
    </dgm:pt>
    <dgm:pt modelId="{093AE9D1-442A-4E7C-BC61-0B1F9330D705}" type="pres">
      <dgm:prSet presAssocID="{AE7ACD80-9BEF-4D90-A8B6-6CFC92D8B0C5}" presName="childText" presStyleLbl="bgAcc1" presStyleIdx="1" presStyleCnt="6" custScaleX="2000000" custScaleY="330527" custLinFactX="-241982" custLinFactNeighborX="-300000" custLinFactNeighborY="-96707">
        <dgm:presLayoutVars>
          <dgm:bulletEnabled val="1"/>
        </dgm:presLayoutVars>
      </dgm:prSet>
      <dgm:spPr/>
    </dgm:pt>
    <dgm:pt modelId="{94649316-61C1-44EB-B380-8958D5415F4D}" type="pres">
      <dgm:prSet presAssocID="{4BF0334B-B4F2-4864-90A6-7F8DFD6DE8B5}" presName="Name13" presStyleLbl="parChTrans1D2" presStyleIdx="2" presStyleCnt="6"/>
      <dgm:spPr/>
    </dgm:pt>
    <dgm:pt modelId="{11A38318-BEB7-419B-ADB5-DE5B6A264DAE}" type="pres">
      <dgm:prSet presAssocID="{E9FBD704-D968-4EC6-A365-BA48447A31D3}" presName="childText" presStyleLbl="bgAcc1" presStyleIdx="2" presStyleCnt="6" custScaleX="2000000" custScaleY="329767" custLinFactX="-241982" custLinFactY="-21707" custLinFactNeighborX="-300000" custLinFactNeighborY="-100000">
        <dgm:presLayoutVars>
          <dgm:bulletEnabled val="1"/>
        </dgm:presLayoutVars>
      </dgm:prSet>
      <dgm:spPr/>
    </dgm:pt>
    <dgm:pt modelId="{99BE43FC-6FB0-4C88-8C78-821A56371E92}" type="pres">
      <dgm:prSet presAssocID="{326DB3D9-905C-4A98-B4D8-F6E16C0B0746}" presName="Name13" presStyleLbl="parChTrans1D2" presStyleIdx="3" presStyleCnt="6"/>
      <dgm:spPr/>
    </dgm:pt>
    <dgm:pt modelId="{51C2BC20-14F1-4F51-B9F7-6AE0EDD52AAC}" type="pres">
      <dgm:prSet presAssocID="{4BFBBA75-5BB8-4A0A-9E50-5BF6149CC4F8}" presName="childText" presStyleLbl="bgAcc1" presStyleIdx="3" presStyleCnt="6" custScaleX="2000000" custScaleY="405060" custLinFactX="-241982" custLinFactY="-85037" custLinFactNeighborX="-300000" custLinFactNeighborY="-100000">
        <dgm:presLayoutVars>
          <dgm:bulletEnabled val="1"/>
        </dgm:presLayoutVars>
      </dgm:prSet>
      <dgm:spPr/>
    </dgm:pt>
    <dgm:pt modelId="{6CE1D685-927B-4778-A298-3922F4BB13C5}" type="pres">
      <dgm:prSet presAssocID="{48D1B7DB-A0CB-4061-8B5A-115AC504914B}" presName="Name13" presStyleLbl="parChTrans1D2" presStyleIdx="4" presStyleCnt="6"/>
      <dgm:spPr/>
    </dgm:pt>
    <dgm:pt modelId="{476B60C4-C3A8-4622-9220-CD9DBA661CDF}" type="pres">
      <dgm:prSet presAssocID="{3A3021B2-ED47-450A-87D3-571BC2D1B5C3}" presName="childText" presStyleLbl="bgAcc1" presStyleIdx="4" presStyleCnt="6" custScaleX="2000000" custScaleY="317953" custLinFactX="-241982" custLinFactY="-93645" custLinFactNeighborX="-300000" custLinFactNeighborY="-100000">
        <dgm:presLayoutVars>
          <dgm:bulletEnabled val="1"/>
        </dgm:presLayoutVars>
      </dgm:prSet>
      <dgm:spPr/>
    </dgm:pt>
    <dgm:pt modelId="{E0439D7C-FDDD-4D47-90FC-E79DA05ECE09}" type="pres">
      <dgm:prSet presAssocID="{F5260F28-F4BD-4068-BF86-849CAEA27837}" presName="Name13" presStyleLbl="parChTrans1D2" presStyleIdx="5" presStyleCnt="6"/>
      <dgm:spPr/>
    </dgm:pt>
    <dgm:pt modelId="{7F027B4F-33AA-469A-9141-13CFB5D98127}" type="pres">
      <dgm:prSet presAssocID="{9007FA41-E0AE-4EBE-899A-D9B21DD043BF}" presName="childText" presStyleLbl="bgAcc1" presStyleIdx="5" presStyleCnt="6" custFlipVert="0" custScaleX="2000000" custScaleY="246748" custLinFactX="-241982" custLinFactY="-100000" custLinFactNeighborX="-300000" custLinFactNeighborY="-100040">
        <dgm:presLayoutVars>
          <dgm:bulletEnabled val="1"/>
        </dgm:presLayoutVars>
      </dgm:prSet>
      <dgm:spPr/>
    </dgm:pt>
  </dgm:ptLst>
  <dgm:cxnLst>
    <dgm:cxn modelId="{2A06E917-F208-4BBF-8EFC-2B3613BCDA06}" type="presOf" srcId="{89B066E3-52B3-4CC6-BE40-AE130A68E89E}" destId="{F6FE6C27-6343-4585-8D36-540B990C2152}" srcOrd="0" destOrd="0" presId="urn:microsoft.com/office/officeart/2005/8/layout/hierarchy3"/>
    <dgm:cxn modelId="{1FD06E19-7D01-4074-B1FA-F794E7C4A2AF}" type="presOf" srcId="{E9FBD704-D968-4EC6-A365-BA48447A31D3}" destId="{11A38318-BEB7-419B-ADB5-DE5B6A264DAE}" srcOrd="0" destOrd="0" presId="urn:microsoft.com/office/officeart/2005/8/layout/hierarchy3"/>
    <dgm:cxn modelId="{1E604F19-6A7A-46BC-8CCF-53769492165C}" type="presOf" srcId="{48D1B7DB-A0CB-4061-8B5A-115AC504914B}" destId="{6CE1D685-927B-4778-A298-3922F4BB13C5}" srcOrd="0" destOrd="0" presId="urn:microsoft.com/office/officeart/2005/8/layout/hierarchy3"/>
    <dgm:cxn modelId="{D3DD2739-786E-4733-B03D-AF2BDB024414}" type="presOf" srcId="{F58FF1BB-3350-4222-869D-9F7C8439E46E}" destId="{998E7D51-5896-4495-AAA3-14A41C6AEE2A}" srcOrd="0" destOrd="0" presId="urn:microsoft.com/office/officeart/2005/8/layout/hierarchy3"/>
    <dgm:cxn modelId="{C5CAA85E-69CA-4E49-8E18-265E8D75E22C}" type="presOf" srcId="{F5260F28-F4BD-4068-BF86-849CAEA27837}" destId="{E0439D7C-FDDD-4D47-90FC-E79DA05ECE09}" srcOrd="0" destOrd="0" presId="urn:microsoft.com/office/officeart/2005/8/layout/hierarchy3"/>
    <dgm:cxn modelId="{33FB5168-378C-4C62-9367-7D6ABE96A842}" type="presOf" srcId="{26515BD9-9811-4811-9454-E4637FBBC26C}" destId="{532BD660-D240-41E9-92C4-C0D485EBBD24}" srcOrd="0" destOrd="0" presId="urn:microsoft.com/office/officeart/2005/8/layout/hierarchy3"/>
    <dgm:cxn modelId="{6A5BCC4B-48F8-4B96-AFEA-E882A6EC63E4}" srcId="{89B066E3-52B3-4CC6-BE40-AE130A68E89E}" destId="{626E21B8-4176-45FD-8ACC-954D2F6C583E}" srcOrd="0" destOrd="0" parTransId="{319B4D39-6717-4A67-A5C7-E53E46AC3BD6}" sibTransId="{909493CC-E6DB-48D7-B10E-A35C35360960}"/>
    <dgm:cxn modelId="{72AF464C-786C-424D-A223-4417CD0E49C0}" srcId="{626E21B8-4176-45FD-8ACC-954D2F6C583E}" destId="{200AC79B-19A4-400C-A0F0-5CC9CD49D426}" srcOrd="0" destOrd="0" parTransId="{26515BD9-9811-4811-9454-E4637FBBC26C}" sibTransId="{7E9D88DF-218E-4E23-AB08-6B2285372F2F}"/>
    <dgm:cxn modelId="{1F398356-FDF7-4ABD-BD57-3C197E442F0D}" srcId="{626E21B8-4176-45FD-8ACC-954D2F6C583E}" destId="{4BFBBA75-5BB8-4A0A-9E50-5BF6149CC4F8}" srcOrd="3" destOrd="0" parTransId="{326DB3D9-905C-4A98-B4D8-F6E16C0B0746}" sibTransId="{5D3C6323-4B3D-4122-B6A3-D26F49E427C0}"/>
    <dgm:cxn modelId="{7CFDD65A-42C8-4BCC-AB30-30D464E32DF9}" type="presOf" srcId="{326DB3D9-905C-4A98-B4D8-F6E16C0B0746}" destId="{99BE43FC-6FB0-4C88-8C78-821A56371E92}" srcOrd="0" destOrd="0" presId="urn:microsoft.com/office/officeart/2005/8/layout/hierarchy3"/>
    <dgm:cxn modelId="{E93ABC9C-7988-47C4-B82B-EF3253A01442}" srcId="{626E21B8-4176-45FD-8ACC-954D2F6C583E}" destId="{9007FA41-E0AE-4EBE-899A-D9B21DD043BF}" srcOrd="5" destOrd="0" parTransId="{F5260F28-F4BD-4068-BF86-849CAEA27837}" sibTransId="{94F25941-08D1-4B8A-A843-229AD7301796}"/>
    <dgm:cxn modelId="{C8FDE09F-B841-4585-8AFA-E925B3F57E56}" type="presOf" srcId="{AE7ACD80-9BEF-4D90-A8B6-6CFC92D8B0C5}" destId="{093AE9D1-442A-4E7C-BC61-0B1F9330D705}" srcOrd="0" destOrd="0" presId="urn:microsoft.com/office/officeart/2005/8/layout/hierarchy3"/>
    <dgm:cxn modelId="{2358B5A4-D5B0-4CBC-A676-B06FEBB23E09}" type="presOf" srcId="{200AC79B-19A4-400C-A0F0-5CC9CD49D426}" destId="{21233F05-6FBA-46DF-B10B-C0685C332429}" srcOrd="0" destOrd="0" presId="urn:microsoft.com/office/officeart/2005/8/layout/hierarchy3"/>
    <dgm:cxn modelId="{2A5E1CAA-1A73-4048-BEC5-F404F2741A07}" srcId="{626E21B8-4176-45FD-8ACC-954D2F6C583E}" destId="{3A3021B2-ED47-450A-87D3-571BC2D1B5C3}" srcOrd="4" destOrd="0" parTransId="{48D1B7DB-A0CB-4061-8B5A-115AC504914B}" sibTransId="{F2D682C5-1242-42FA-A004-185A026C5446}"/>
    <dgm:cxn modelId="{646F90B3-E95A-4D92-B84A-350E0BAD50AC}" type="presOf" srcId="{9007FA41-E0AE-4EBE-899A-D9B21DD043BF}" destId="{7F027B4F-33AA-469A-9141-13CFB5D98127}" srcOrd="0" destOrd="0" presId="urn:microsoft.com/office/officeart/2005/8/layout/hierarchy3"/>
    <dgm:cxn modelId="{73A129C2-A693-4033-9515-74A97D70B91A}" srcId="{626E21B8-4176-45FD-8ACC-954D2F6C583E}" destId="{AE7ACD80-9BEF-4D90-A8B6-6CFC92D8B0C5}" srcOrd="1" destOrd="0" parTransId="{F58FF1BB-3350-4222-869D-9F7C8439E46E}" sibTransId="{1B0CE76E-63E8-4AEB-9A28-D4FB6994D166}"/>
    <dgm:cxn modelId="{E2A907C6-6314-44E0-ACB4-D3222750CB54}" type="presOf" srcId="{626E21B8-4176-45FD-8ACC-954D2F6C583E}" destId="{4E7DC74A-20BF-440D-BEC4-42C9FA00D644}" srcOrd="0" destOrd="0" presId="urn:microsoft.com/office/officeart/2005/8/layout/hierarchy3"/>
    <dgm:cxn modelId="{4B41D8CC-1073-4499-930D-64E32CAC239B}" type="presOf" srcId="{4BFBBA75-5BB8-4A0A-9E50-5BF6149CC4F8}" destId="{51C2BC20-14F1-4F51-B9F7-6AE0EDD52AAC}" srcOrd="0" destOrd="0" presId="urn:microsoft.com/office/officeart/2005/8/layout/hierarchy3"/>
    <dgm:cxn modelId="{869B50D7-08C3-403C-8A38-9AEF9B06C60B}" type="presOf" srcId="{626E21B8-4176-45FD-8ACC-954D2F6C583E}" destId="{B44212A4-603A-4F46-AE20-01C0DFCEE5B6}" srcOrd="1" destOrd="0" presId="urn:microsoft.com/office/officeart/2005/8/layout/hierarchy3"/>
    <dgm:cxn modelId="{3C1041DE-627F-42B2-9E34-0CB6514015BD}" srcId="{626E21B8-4176-45FD-8ACC-954D2F6C583E}" destId="{E9FBD704-D968-4EC6-A365-BA48447A31D3}" srcOrd="2" destOrd="0" parTransId="{4BF0334B-B4F2-4864-90A6-7F8DFD6DE8B5}" sibTransId="{DCEBEC48-0D32-4218-BD3B-7209377B1824}"/>
    <dgm:cxn modelId="{63A7F8EC-0896-4A9C-B7D7-A2707B2CB72C}" type="presOf" srcId="{3A3021B2-ED47-450A-87D3-571BC2D1B5C3}" destId="{476B60C4-C3A8-4622-9220-CD9DBA661CDF}" srcOrd="0" destOrd="0" presId="urn:microsoft.com/office/officeart/2005/8/layout/hierarchy3"/>
    <dgm:cxn modelId="{6A2DFCEC-D69B-4BD8-B74D-14EA03170B75}" type="presOf" srcId="{4BF0334B-B4F2-4864-90A6-7F8DFD6DE8B5}" destId="{94649316-61C1-44EB-B380-8958D5415F4D}" srcOrd="0" destOrd="0" presId="urn:microsoft.com/office/officeart/2005/8/layout/hierarchy3"/>
    <dgm:cxn modelId="{507C1D0C-5104-43AF-A26F-81DF9D37264A}" type="presParOf" srcId="{F6FE6C27-6343-4585-8D36-540B990C2152}" destId="{CDA2613A-8F6C-4406-B69A-20A828EEFDFD}" srcOrd="0" destOrd="0" presId="urn:microsoft.com/office/officeart/2005/8/layout/hierarchy3"/>
    <dgm:cxn modelId="{6F9115A2-68B5-47A7-8B23-FBAFA5DB5885}" type="presParOf" srcId="{CDA2613A-8F6C-4406-B69A-20A828EEFDFD}" destId="{7CCB445A-766D-495F-9999-3805E052BA32}" srcOrd="0" destOrd="0" presId="urn:microsoft.com/office/officeart/2005/8/layout/hierarchy3"/>
    <dgm:cxn modelId="{A5A8E31E-0262-4501-94D0-E8F47E41B1BD}" type="presParOf" srcId="{7CCB445A-766D-495F-9999-3805E052BA32}" destId="{4E7DC74A-20BF-440D-BEC4-42C9FA00D644}" srcOrd="0" destOrd="0" presId="urn:microsoft.com/office/officeart/2005/8/layout/hierarchy3"/>
    <dgm:cxn modelId="{D90FDD7F-8FA2-4036-8837-B30C47230A43}" type="presParOf" srcId="{7CCB445A-766D-495F-9999-3805E052BA32}" destId="{B44212A4-603A-4F46-AE20-01C0DFCEE5B6}" srcOrd="1" destOrd="0" presId="urn:microsoft.com/office/officeart/2005/8/layout/hierarchy3"/>
    <dgm:cxn modelId="{D0160463-E670-4A04-8361-9940ACE37D67}" type="presParOf" srcId="{CDA2613A-8F6C-4406-B69A-20A828EEFDFD}" destId="{6745AE42-0EB1-47B3-A6EA-5FC258945EB1}" srcOrd="1" destOrd="0" presId="urn:microsoft.com/office/officeart/2005/8/layout/hierarchy3"/>
    <dgm:cxn modelId="{94E6C06A-BB87-4F8A-A384-511066830254}" type="presParOf" srcId="{6745AE42-0EB1-47B3-A6EA-5FC258945EB1}" destId="{532BD660-D240-41E9-92C4-C0D485EBBD24}" srcOrd="0" destOrd="0" presId="urn:microsoft.com/office/officeart/2005/8/layout/hierarchy3"/>
    <dgm:cxn modelId="{DC44BBBA-2568-4CA3-9EB5-3BF89F2805F4}" type="presParOf" srcId="{6745AE42-0EB1-47B3-A6EA-5FC258945EB1}" destId="{21233F05-6FBA-46DF-B10B-C0685C332429}" srcOrd="1" destOrd="0" presId="urn:microsoft.com/office/officeart/2005/8/layout/hierarchy3"/>
    <dgm:cxn modelId="{AD1E95A1-EA74-4C08-B3A4-7892BEBDF9E4}" type="presParOf" srcId="{6745AE42-0EB1-47B3-A6EA-5FC258945EB1}" destId="{998E7D51-5896-4495-AAA3-14A41C6AEE2A}" srcOrd="2" destOrd="0" presId="urn:microsoft.com/office/officeart/2005/8/layout/hierarchy3"/>
    <dgm:cxn modelId="{E3C56E94-895E-4B2C-8CA9-B9A2CB11F0F0}" type="presParOf" srcId="{6745AE42-0EB1-47B3-A6EA-5FC258945EB1}" destId="{093AE9D1-442A-4E7C-BC61-0B1F9330D705}" srcOrd="3" destOrd="0" presId="urn:microsoft.com/office/officeart/2005/8/layout/hierarchy3"/>
    <dgm:cxn modelId="{79554422-3E39-4884-828F-1FC6D6671526}" type="presParOf" srcId="{6745AE42-0EB1-47B3-A6EA-5FC258945EB1}" destId="{94649316-61C1-44EB-B380-8958D5415F4D}" srcOrd="4" destOrd="0" presId="urn:microsoft.com/office/officeart/2005/8/layout/hierarchy3"/>
    <dgm:cxn modelId="{DB7C98E7-22CB-43B3-8304-AB3B345C10EA}" type="presParOf" srcId="{6745AE42-0EB1-47B3-A6EA-5FC258945EB1}" destId="{11A38318-BEB7-419B-ADB5-DE5B6A264DAE}" srcOrd="5" destOrd="0" presId="urn:microsoft.com/office/officeart/2005/8/layout/hierarchy3"/>
    <dgm:cxn modelId="{CF6B4715-5132-4B25-A87C-E6315159F917}" type="presParOf" srcId="{6745AE42-0EB1-47B3-A6EA-5FC258945EB1}" destId="{99BE43FC-6FB0-4C88-8C78-821A56371E92}" srcOrd="6" destOrd="0" presId="urn:microsoft.com/office/officeart/2005/8/layout/hierarchy3"/>
    <dgm:cxn modelId="{9F7399F7-E417-4CB1-A4AA-4A9193EF1D9B}" type="presParOf" srcId="{6745AE42-0EB1-47B3-A6EA-5FC258945EB1}" destId="{51C2BC20-14F1-4F51-B9F7-6AE0EDD52AAC}" srcOrd="7" destOrd="0" presId="urn:microsoft.com/office/officeart/2005/8/layout/hierarchy3"/>
    <dgm:cxn modelId="{BBDE8CEC-F5CB-4F7F-81B6-DAB221CC8608}" type="presParOf" srcId="{6745AE42-0EB1-47B3-A6EA-5FC258945EB1}" destId="{6CE1D685-927B-4778-A298-3922F4BB13C5}" srcOrd="8" destOrd="0" presId="urn:microsoft.com/office/officeart/2005/8/layout/hierarchy3"/>
    <dgm:cxn modelId="{D9518789-D503-4AEC-92CE-70F9764FE27F}" type="presParOf" srcId="{6745AE42-0EB1-47B3-A6EA-5FC258945EB1}" destId="{476B60C4-C3A8-4622-9220-CD9DBA661CDF}" srcOrd="9" destOrd="0" presId="urn:microsoft.com/office/officeart/2005/8/layout/hierarchy3"/>
    <dgm:cxn modelId="{39DCC518-4BC1-4CE7-A7E5-494E070DD910}" type="presParOf" srcId="{6745AE42-0EB1-47B3-A6EA-5FC258945EB1}" destId="{E0439D7C-FDDD-4D47-90FC-E79DA05ECE09}" srcOrd="10" destOrd="0" presId="urn:microsoft.com/office/officeart/2005/8/layout/hierarchy3"/>
    <dgm:cxn modelId="{A11F87C0-CAAF-4E2D-BD0A-894A7EF02361}" type="presParOf" srcId="{6745AE42-0EB1-47B3-A6EA-5FC258945EB1}" destId="{7F027B4F-33AA-469A-9141-13CFB5D98127}" srcOrd="1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A75FE9-7939-4605-A844-E71AF6EDD1B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267476D-AAAD-4611-ACC3-1FFBD70FA55F}">
      <dgm:prSet phldrT="[Texto]"/>
      <dgm:spPr/>
      <dgm:t>
        <a:bodyPr/>
        <a:lstStyle/>
        <a:p>
          <a:r>
            <a:rPr lang="es-ES_tradnl" b="1" dirty="0"/>
            <a:t>Riesgos derivados de las condiciones de seguridad</a:t>
          </a:r>
          <a:endParaRPr lang="es-ES" b="1" dirty="0"/>
        </a:p>
      </dgm:t>
    </dgm:pt>
    <dgm:pt modelId="{2D146929-AC74-49CC-B4E9-DB5B1FCD729D}" type="parTrans" cxnId="{3A0C0529-D598-4084-9E37-CD32435A9199}">
      <dgm:prSet/>
      <dgm:spPr/>
      <dgm:t>
        <a:bodyPr/>
        <a:lstStyle/>
        <a:p>
          <a:endParaRPr lang="es-ES" b="1"/>
        </a:p>
      </dgm:t>
    </dgm:pt>
    <dgm:pt modelId="{052220F8-E0E6-4620-8FF1-C437334E1DB0}" type="sibTrans" cxnId="{3A0C0529-D598-4084-9E37-CD32435A9199}">
      <dgm:prSet/>
      <dgm:spPr/>
      <dgm:t>
        <a:bodyPr/>
        <a:lstStyle/>
        <a:p>
          <a:endParaRPr lang="es-ES" b="1"/>
        </a:p>
      </dgm:t>
    </dgm:pt>
    <dgm:pt modelId="{08AB93EE-010C-43C5-8F55-E32C3BAD0F43}">
      <dgm:prSet phldrT="[Texto]"/>
      <dgm:spPr/>
      <dgm:t>
        <a:bodyPr/>
        <a:lstStyle/>
        <a:p>
          <a:r>
            <a:rPr lang="es-ES_tradnl" b="1" dirty="0"/>
            <a:t>Lugares de trabajo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6AB69E9A-DE40-4EC0-9DDA-C46B3429F7C2}" type="parTrans" cxnId="{088CE2F4-A879-4554-B04B-B6A7060CF4E2}">
      <dgm:prSet/>
      <dgm:spPr/>
      <dgm:t>
        <a:bodyPr/>
        <a:lstStyle/>
        <a:p>
          <a:endParaRPr lang="es-ES" b="1"/>
        </a:p>
      </dgm:t>
    </dgm:pt>
    <dgm:pt modelId="{7DE21B7E-A020-44AC-961F-9C689720ED8D}" type="sibTrans" cxnId="{088CE2F4-A879-4554-B04B-B6A7060CF4E2}">
      <dgm:prSet/>
      <dgm:spPr/>
      <dgm:t>
        <a:bodyPr/>
        <a:lstStyle/>
        <a:p>
          <a:endParaRPr lang="es-ES" b="1"/>
        </a:p>
      </dgm:t>
    </dgm:pt>
    <dgm:pt modelId="{BB338678-4414-426F-A6E1-E89271F04D08}">
      <dgm:prSet phldrT="[Texto]"/>
      <dgm:spPr/>
      <dgm:t>
        <a:bodyPr/>
        <a:lstStyle/>
        <a:p>
          <a:r>
            <a:rPr lang="es-ES_tradnl" b="1" dirty="0"/>
            <a:t>Máquinas y herramientas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6B09AE3-8F9E-4687-86E5-FEB03AD871E6}" type="parTrans" cxnId="{AE5DAB80-D202-4C67-AC56-B592B043E153}">
      <dgm:prSet/>
      <dgm:spPr/>
      <dgm:t>
        <a:bodyPr/>
        <a:lstStyle/>
        <a:p>
          <a:endParaRPr lang="es-ES" b="1"/>
        </a:p>
      </dgm:t>
    </dgm:pt>
    <dgm:pt modelId="{5F41661B-BC46-4C13-8891-0E5C42F6748D}" type="sibTrans" cxnId="{AE5DAB80-D202-4C67-AC56-B592B043E153}">
      <dgm:prSet/>
      <dgm:spPr/>
      <dgm:t>
        <a:bodyPr/>
        <a:lstStyle/>
        <a:p>
          <a:endParaRPr lang="es-ES" b="1"/>
        </a:p>
      </dgm:t>
    </dgm:pt>
    <dgm:pt modelId="{7D31B377-2CA2-4331-B3F9-A3B323A5ED1B}">
      <dgm:prSet phldrT="[Texto]"/>
      <dgm:spPr/>
      <dgm:t>
        <a:bodyPr/>
        <a:lstStyle/>
        <a:p>
          <a:r>
            <a:rPr lang="es-ES_tradnl" b="1" dirty="0"/>
            <a:t>Riesgo eléctrico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995E24E5-63B9-4B74-97FB-D5045290825E}" type="parTrans" cxnId="{D5B70F45-9F4C-476B-B7ED-69BF22B33EEB}">
      <dgm:prSet/>
      <dgm:spPr/>
      <dgm:t>
        <a:bodyPr/>
        <a:lstStyle/>
        <a:p>
          <a:endParaRPr lang="es-ES" b="1"/>
        </a:p>
      </dgm:t>
    </dgm:pt>
    <dgm:pt modelId="{FEB41B9D-A556-4EE8-BA83-BD7F556B708A}" type="sibTrans" cxnId="{D5B70F45-9F4C-476B-B7ED-69BF22B33EEB}">
      <dgm:prSet/>
      <dgm:spPr/>
      <dgm:t>
        <a:bodyPr/>
        <a:lstStyle/>
        <a:p>
          <a:endParaRPr lang="es-ES" b="1"/>
        </a:p>
      </dgm:t>
    </dgm:pt>
    <dgm:pt modelId="{37E0AE32-E1C2-46F6-AE33-6C06F48F8E6A}">
      <dgm:prSet phldrT="[Texto]"/>
      <dgm:spPr/>
      <dgm:t>
        <a:bodyPr/>
        <a:lstStyle/>
        <a:p>
          <a:r>
            <a:rPr lang="es-ES_tradnl" b="1" dirty="0"/>
            <a:t>Riesgo de incendio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E5883F77-1DF9-4A84-A2D3-AB6926A969D1}" type="parTrans" cxnId="{A3D8510A-2B62-49F6-B055-D6CA7DDAA7FB}">
      <dgm:prSet/>
      <dgm:spPr/>
      <dgm:t>
        <a:bodyPr/>
        <a:lstStyle/>
        <a:p>
          <a:endParaRPr lang="es-ES" b="1"/>
        </a:p>
      </dgm:t>
    </dgm:pt>
    <dgm:pt modelId="{123E81A5-5C39-4738-9AF8-24916DB83AC2}" type="sibTrans" cxnId="{A3D8510A-2B62-49F6-B055-D6CA7DDAA7FB}">
      <dgm:prSet/>
      <dgm:spPr/>
      <dgm:t>
        <a:bodyPr/>
        <a:lstStyle/>
        <a:p>
          <a:endParaRPr lang="es-ES" b="1"/>
        </a:p>
      </dgm:t>
    </dgm:pt>
    <dgm:pt modelId="{A5A96722-353C-4B41-B79F-A3BD5ABBD06F}" type="pres">
      <dgm:prSet presAssocID="{D5A75FE9-7939-4605-A844-E71AF6EDD1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59CC58-209F-4EA2-BCFA-5C5C48E8EB56}" type="pres">
      <dgm:prSet presAssocID="{4267476D-AAAD-4611-ACC3-1FFBD70FA55F}" presName="hierRoot1" presStyleCnt="0">
        <dgm:presLayoutVars>
          <dgm:hierBranch val="init"/>
        </dgm:presLayoutVars>
      </dgm:prSet>
      <dgm:spPr/>
    </dgm:pt>
    <dgm:pt modelId="{12C23ACA-46D5-4FEA-80BD-BBC63D776E2B}" type="pres">
      <dgm:prSet presAssocID="{4267476D-AAAD-4611-ACC3-1FFBD70FA55F}" presName="rootComposite1" presStyleCnt="0"/>
      <dgm:spPr/>
    </dgm:pt>
    <dgm:pt modelId="{88E9DA0D-8063-40DE-BB5E-6AC946BB37D4}" type="pres">
      <dgm:prSet presAssocID="{4267476D-AAAD-4611-ACC3-1FFBD70FA55F}" presName="rootText1" presStyleLbl="node0" presStyleIdx="0" presStyleCnt="1">
        <dgm:presLayoutVars>
          <dgm:chPref val="3"/>
        </dgm:presLayoutVars>
      </dgm:prSet>
      <dgm:spPr/>
    </dgm:pt>
    <dgm:pt modelId="{C5F47E93-178F-4130-8F34-C5B55B8A7A2A}" type="pres">
      <dgm:prSet presAssocID="{4267476D-AAAD-4611-ACC3-1FFBD70FA55F}" presName="rootConnector1" presStyleLbl="node1" presStyleIdx="0" presStyleCnt="0"/>
      <dgm:spPr/>
    </dgm:pt>
    <dgm:pt modelId="{9B801FA1-B834-40EA-88CA-472795472E0E}" type="pres">
      <dgm:prSet presAssocID="{4267476D-AAAD-4611-ACC3-1FFBD70FA55F}" presName="hierChild2" presStyleCnt="0"/>
      <dgm:spPr/>
    </dgm:pt>
    <dgm:pt modelId="{2C041D16-69F9-4893-B5E2-909757E1D972}" type="pres">
      <dgm:prSet presAssocID="{6AB69E9A-DE40-4EC0-9DDA-C46B3429F7C2}" presName="Name64" presStyleLbl="parChTrans1D2" presStyleIdx="0" presStyleCnt="4"/>
      <dgm:spPr/>
    </dgm:pt>
    <dgm:pt modelId="{BEB8CCDA-FB8B-4538-A5AE-2DD2C992E75D}" type="pres">
      <dgm:prSet presAssocID="{08AB93EE-010C-43C5-8F55-E32C3BAD0F43}" presName="hierRoot2" presStyleCnt="0">
        <dgm:presLayoutVars>
          <dgm:hierBranch val="init"/>
        </dgm:presLayoutVars>
      </dgm:prSet>
      <dgm:spPr/>
    </dgm:pt>
    <dgm:pt modelId="{DF80A15D-2042-4DE3-A5EB-E1B1638E04BD}" type="pres">
      <dgm:prSet presAssocID="{08AB93EE-010C-43C5-8F55-E32C3BAD0F43}" presName="rootComposite" presStyleCnt="0"/>
      <dgm:spPr/>
    </dgm:pt>
    <dgm:pt modelId="{45AD050E-A4A0-4132-BAB3-3F5DBF4F2885}" type="pres">
      <dgm:prSet presAssocID="{08AB93EE-010C-43C5-8F55-E32C3BAD0F43}" presName="rootText" presStyleLbl="node2" presStyleIdx="0" presStyleCnt="4">
        <dgm:presLayoutVars>
          <dgm:chPref val="3"/>
        </dgm:presLayoutVars>
      </dgm:prSet>
      <dgm:spPr/>
    </dgm:pt>
    <dgm:pt modelId="{4FA01B47-C410-4163-AC76-69C422E7E293}" type="pres">
      <dgm:prSet presAssocID="{08AB93EE-010C-43C5-8F55-E32C3BAD0F43}" presName="rootConnector" presStyleLbl="node2" presStyleIdx="0" presStyleCnt="4"/>
      <dgm:spPr/>
    </dgm:pt>
    <dgm:pt modelId="{423503DC-3277-40CF-B19D-01D67796A397}" type="pres">
      <dgm:prSet presAssocID="{08AB93EE-010C-43C5-8F55-E32C3BAD0F43}" presName="hierChild4" presStyleCnt="0"/>
      <dgm:spPr/>
    </dgm:pt>
    <dgm:pt modelId="{C590AFE1-D57D-40AB-95BF-37E0F0F41556}" type="pres">
      <dgm:prSet presAssocID="{08AB93EE-010C-43C5-8F55-E32C3BAD0F43}" presName="hierChild5" presStyleCnt="0"/>
      <dgm:spPr/>
    </dgm:pt>
    <dgm:pt modelId="{8210CFBB-1C67-47C1-9620-A4B45933B7CF}" type="pres">
      <dgm:prSet presAssocID="{36B09AE3-8F9E-4687-86E5-FEB03AD871E6}" presName="Name64" presStyleLbl="parChTrans1D2" presStyleIdx="1" presStyleCnt="4"/>
      <dgm:spPr/>
    </dgm:pt>
    <dgm:pt modelId="{5536E018-B260-4997-AB55-24E5A5A7CE26}" type="pres">
      <dgm:prSet presAssocID="{BB338678-4414-426F-A6E1-E89271F04D08}" presName="hierRoot2" presStyleCnt="0">
        <dgm:presLayoutVars>
          <dgm:hierBranch val="init"/>
        </dgm:presLayoutVars>
      </dgm:prSet>
      <dgm:spPr/>
    </dgm:pt>
    <dgm:pt modelId="{C8703212-D962-4795-BC39-91F30E844FD0}" type="pres">
      <dgm:prSet presAssocID="{BB338678-4414-426F-A6E1-E89271F04D08}" presName="rootComposite" presStyleCnt="0"/>
      <dgm:spPr/>
    </dgm:pt>
    <dgm:pt modelId="{F1DE9236-69C1-4BD0-A08D-51B2A22933D1}" type="pres">
      <dgm:prSet presAssocID="{BB338678-4414-426F-A6E1-E89271F04D08}" presName="rootText" presStyleLbl="node2" presStyleIdx="1" presStyleCnt="4">
        <dgm:presLayoutVars>
          <dgm:chPref val="3"/>
        </dgm:presLayoutVars>
      </dgm:prSet>
      <dgm:spPr/>
    </dgm:pt>
    <dgm:pt modelId="{132DB9D8-95B7-4C96-A3CE-A5951F77E4A6}" type="pres">
      <dgm:prSet presAssocID="{BB338678-4414-426F-A6E1-E89271F04D08}" presName="rootConnector" presStyleLbl="node2" presStyleIdx="1" presStyleCnt="4"/>
      <dgm:spPr/>
    </dgm:pt>
    <dgm:pt modelId="{8CB70CA3-EF1D-4021-9DE4-EAB93D15E4F5}" type="pres">
      <dgm:prSet presAssocID="{BB338678-4414-426F-A6E1-E89271F04D08}" presName="hierChild4" presStyleCnt="0"/>
      <dgm:spPr/>
    </dgm:pt>
    <dgm:pt modelId="{7408DB7B-51DB-491E-8939-2BF0F07CFFE2}" type="pres">
      <dgm:prSet presAssocID="{BB338678-4414-426F-A6E1-E89271F04D08}" presName="hierChild5" presStyleCnt="0"/>
      <dgm:spPr/>
    </dgm:pt>
    <dgm:pt modelId="{1B697D16-8292-4D5D-8BBD-EC02ABFF0967}" type="pres">
      <dgm:prSet presAssocID="{995E24E5-63B9-4B74-97FB-D5045290825E}" presName="Name64" presStyleLbl="parChTrans1D2" presStyleIdx="2" presStyleCnt="4"/>
      <dgm:spPr/>
    </dgm:pt>
    <dgm:pt modelId="{40FCBBA5-6D3E-4885-96C0-4B201C72AD19}" type="pres">
      <dgm:prSet presAssocID="{7D31B377-2CA2-4331-B3F9-A3B323A5ED1B}" presName="hierRoot2" presStyleCnt="0">
        <dgm:presLayoutVars>
          <dgm:hierBranch val="init"/>
        </dgm:presLayoutVars>
      </dgm:prSet>
      <dgm:spPr/>
    </dgm:pt>
    <dgm:pt modelId="{472CD96C-C2F8-4B6D-B6F9-7D228122DDE0}" type="pres">
      <dgm:prSet presAssocID="{7D31B377-2CA2-4331-B3F9-A3B323A5ED1B}" presName="rootComposite" presStyleCnt="0"/>
      <dgm:spPr/>
    </dgm:pt>
    <dgm:pt modelId="{C09F6677-ADF4-463A-91D3-66FC805D13E5}" type="pres">
      <dgm:prSet presAssocID="{7D31B377-2CA2-4331-B3F9-A3B323A5ED1B}" presName="rootText" presStyleLbl="node2" presStyleIdx="2" presStyleCnt="4">
        <dgm:presLayoutVars>
          <dgm:chPref val="3"/>
        </dgm:presLayoutVars>
      </dgm:prSet>
      <dgm:spPr/>
    </dgm:pt>
    <dgm:pt modelId="{4AC0EC99-75BD-4590-847D-B57F74D47FD4}" type="pres">
      <dgm:prSet presAssocID="{7D31B377-2CA2-4331-B3F9-A3B323A5ED1B}" presName="rootConnector" presStyleLbl="node2" presStyleIdx="2" presStyleCnt="4"/>
      <dgm:spPr/>
    </dgm:pt>
    <dgm:pt modelId="{B71A2D5C-6BEC-473C-A19C-D468B116BF1C}" type="pres">
      <dgm:prSet presAssocID="{7D31B377-2CA2-4331-B3F9-A3B323A5ED1B}" presName="hierChild4" presStyleCnt="0"/>
      <dgm:spPr/>
    </dgm:pt>
    <dgm:pt modelId="{A62A556E-42DE-4D12-8AD7-5FC6275E087A}" type="pres">
      <dgm:prSet presAssocID="{7D31B377-2CA2-4331-B3F9-A3B323A5ED1B}" presName="hierChild5" presStyleCnt="0"/>
      <dgm:spPr/>
    </dgm:pt>
    <dgm:pt modelId="{0D5A9CF7-924B-4D66-A0D7-7FEDF67B5D33}" type="pres">
      <dgm:prSet presAssocID="{E5883F77-1DF9-4A84-A2D3-AB6926A969D1}" presName="Name64" presStyleLbl="parChTrans1D2" presStyleIdx="3" presStyleCnt="4"/>
      <dgm:spPr/>
    </dgm:pt>
    <dgm:pt modelId="{5E9EB340-06C5-4F0B-B04D-348B3E243933}" type="pres">
      <dgm:prSet presAssocID="{37E0AE32-E1C2-46F6-AE33-6C06F48F8E6A}" presName="hierRoot2" presStyleCnt="0">
        <dgm:presLayoutVars>
          <dgm:hierBranch val="init"/>
        </dgm:presLayoutVars>
      </dgm:prSet>
      <dgm:spPr/>
    </dgm:pt>
    <dgm:pt modelId="{38BDF47B-48D0-46CB-A797-2F8BEC099F70}" type="pres">
      <dgm:prSet presAssocID="{37E0AE32-E1C2-46F6-AE33-6C06F48F8E6A}" presName="rootComposite" presStyleCnt="0"/>
      <dgm:spPr/>
    </dgm:pt>
    <dgm:pt modelId="{2DBA5729-92DD-4438-B9C0-CE16A0EDE832}" type="pres">
      <dgm:prSet presAssocID="{37E0AE32-E1C2-46F6-AE33-6C06F48F8E6A}" presName="rootText" presStyleLbl="node2" presStyleIdx="3" presStyleCnt="4">
        <dgm:presLayoutVars>
          <dgm:chPref val="3"/>
        </dgm:presLayoutVars>
      </dgm:prSet>
      <dgm:spPr/>
    </dgm:pt>
    <dgm:pt modelId="{2BA0ECE3-AFFB-423D-B049-1F2D4862C92C}" type="pres">
      <dgm:prSet presAssocID="{37E0AE32-E1C2-46F6-AE33-6C06F48F8E6A}" presName="rootConnector" presStyleLbl="node2" presStyleIdx="3" presStyleCnt="4"/>
      <dgm:spPr/>
    </dgm:pt>
    <dgm:pt modelId="{915BED8D-5113-47BB-BBF4-55B7BFE15944}" type="pres">
      <dgm:prSet presAssocID="{37E0AE32-E1C2-46F6-AE33-6C06F48F8E6A}" presName="hierChild4" presStyleCnt="0"/>
      <dgm:spPr/>
    </dgm:pt>
    <dgm:pt modelId="{443B1526-0624-4E98-8F7B-CE1EF938ACFA}" type="pres">
      <dgm:prSet presAssocID="{37E0AE32-E1C2-46F6-AE33-6C06F48F8E6A}" presName="hierChild5" presStyleCnt="0"/>
      <dgm:spPr/>
    </dgm:pt>
    <dgm:pt modelId="{0CD1A4CC-6C52-4777-ADCE-7B2091065AE5}" type="pres">
      <dgm:prSet presAssocID="{4267476D-AAAD-4611-ACC3-1FFBD70FA55F}" presName="hierChild3" presStyleCnt="0"/>
      <dgm:spPr/>
    </dgm:pt>
  </dgm:ptLst>
  <dgm:cxnLst>
    <dgm:cxn modelId="{A3D8510A-2B62-49F6-B055-D6CA7DDAA7FB}" srcId="{4267476D-AAAD-4611-ACC3-1FFBD70FA55F}" destId="{37E0AE32-E1C2-46F6-AE33-6C06F48F8E6A}" srcOrd="3" destOrd="0" parTransId="{E5883F77-1DF9-4A84-A2D3-AB6926A969D1}" sibTransId="{123E81A5-5C39-4738-9AF8-24916DB83AC2}"/>
    <dgm:cxn modelId="{C40E851E-DF82-4261-8842-503DF9628BC2}" type="presOf" srcId="{6AB69E9A-DE40-4EC0-9DDA-C46B3429F7C2}" destId="{2C041D16-69F9-4893-B5E2-909757E1D972}" srcOrd="0" destOrd="0" presId="urn:microsoft.com/office/officeart/2009/3/layout/HorizontalOrganizationChart"/>
    <dgm:cxn modelId="{59B91825-4022-4D44-A340-B138E05FD45C}" type="presOf" srcId="{37E0AE32-E1C2-46F6-AE33-6C06F48F8E6A}" destId="{2BA0ECE3-AFFB-423D-B049-1F2D4862C92C}" srcOrd="1" destOrd="0" presId="urn:microsoft.com/office/officeart/2009/3/layout/HorizontalOrganizationChart"/>
    <dgm:cxn modelId="{3A0C0529-D598-4084-9E37-CD32435A9199}" srcId="{D5A75FE9-7939-4605-A844-E71AF6EDD1BD}" destId="{4267476D-AAAD-4611-ACC3-1FFBD70FA55F}" srcOrd="0" destOrd="0" parTransId="{2D146929-AC74-49CC-B4E9-DB5B1FCD729D}" sibTransId="{052220F8-E0E6-4620-8FF1-C437334E1DB0}"/>
    <dgm:cxn modelId="{BCC7863B-0BCA-4EEB-A1A2-AD57D158CE74}" type="presOf" srcId="{7D31B377-2CA2-4331-B3F9-A3B323A5ED1B}" destId="{C09F6677-ADF4-463A-91D3-66FC805D13E5}" srcOrd="0" destOrd="0" presId="urn:microsoft.com/office/officeart/2009/3/layout/HorizontalOrganizationChart"/>
    <dgm:cxn modelId="{EC5E8060-59D8-4748-A316-E102F8E49932}" type="presOf" srcId="{08AB93EE-010C-43C5-8F55-E32C3BAD0F43}" destId="{4FA01B47-C410-4163-AC76-69C422E7E293}" srcOrd="1" destOrd="0" presId="urn:microsoft.com/office/officeart/2009/3/layout/HorizontalOrganizationChart"/>
    <dgm:cxn modelId="{D5B70F45-9F4C-476B-B7ED-69BF22B33EEB}" srcId="{4267476D-AAAD-4611-ACC3-1FFBD70FA55F}" destId="{7D31B377-2CA2-4331-B3F9-A3B323A5ED1B}" srcOrd="2" destOrd="0" parTransId="{995E24E5-63B9-4B74-97FB-D5045290825E}" sibTransId="{FEB41B9D-A556-4EE8-BA83-BD7F556B708A}"/>
    <dgm:cxn modelId="{8ABAF875-5FFE-40BB-9385-E0BF07504669}" type="presOf" srcId="{BB338678-4414-426F-A6E1-E89271F04D08}" destId="{F1DE9236-69C1-4BD0-A08D-51B2A22933D1}" srcOrd="0" destOrd="0" presId="urn:microsoft.com/office/officeart/2009/3/layout/HorizontalOrganizationChart"/>
    <dgm:cxn modelId="{7AE11D56-EB0C-48BA-A10C-A7C66F3AF5FC}" type="presOf" srcId="{4267476D-AAAD-4611-ACC3-1FFBD70FA55F}" destId="{C5F47E93-178F-4130-8F34-C5B55B8A7A2A}" srcOrd="1" destOrd="0" presId="urn:microsoft.com/office/officeart/2009/3/layout/HorizontalOrganizationChart"/>
    <dgm:cxn modelId="{7656D676-7C3D-422D-9FDE-901997D1DE33}" type="presOf" srcId="{7D31B377-2CA2-4331-B3F9-A3B323A5ED1B}" destId="{4AC0EC99-75BD-4590-847D-B57F74D47FD4}" srcOrd="1" destOrd="0" presId="urn:microsoft.com/office/officeart/2009/3/layout/HorizontalOrganizationChart"/>
    <dgm:cxn modelId="{AE5DAB80-D202-4C67-AC56-B592B043E153}" srcId="{4267476D-AAAD-4611-ACC3-1FFBD70FA55F}" destId="{BB338678-4414-426F-A6E1-E89271F04D08}" srcOrd="1" destOrd="0" parTransId="{36B09AE3-8F9E-4687-86E5-FEB03AD871E6}" sibTransId="{5F41661B-BC46-4C13-8891-0E5C42F6748D}"/>
    <dgm:cxn modelId="{D15E2187-187A-477C-AE85-30C4D77A20C4}" type="presOf" srcId="{4267476D-AAAD-4611-ACC3-1FFBD70FA55F}" destId="{88E9DA0D-8063-40DE-BB5E-6AC946BB37D4}" srcOrd="0" destOrd="0" presId="urn:microsoft.com/office/officeart/2009/3/layout/HorizontalOrganizationChart"/>
    <dgm:cxn modelId="{EE93AE8B-08A5-4F52-91C5-F379E7EC5410}" type="presOf" srcId="{37E0AE32-E1C2-46F6-AE33-6C06F48F8E6A}" destId="{2DBA5729-92DD-4438-B9C0-CE16A0EDE832}" srcOrd="0" destOrd="0" presId="urn:microsoft.com/office/officeart/2009/3/layout/HorizontalOrganizationChart"/>
    <dgm:cxn modelId="{1CEDB49C-10BB-4ADC-B1EF-7B3D3F0A5079}" type="presOf" srcId="{E5883F77-1DF9-4A84-A2D3-AB6926A969D1}" destId="{0D5A9CF7-924B-4D66-A0D7-7FEDF67B5D33}" srcOrd="0" destOrd="0" presId="urn:microsoft.com/office/officeart/2009/3/layout/HorizontalOrganizationChart"/>
    <dgm:cxn modelId="{A8D3839D-D072-4D90-9265-6051A7D77C69}" type="presOf" srcId="{D5A75FE9-7939-4605-A844-E71AF6EDD1BD}" destId="{A5A96722-353C-4B41-B79F-A3BD5ABBD06F}" srcOrd="0" destOrd="0" presId="urn:microsoft.com/office/officeart/2009/3/layout/HorizontalOrganizationChart"/>
    <dgm:cxn modelId="{CB9E16A5-7769-4401-9F18-DDE713F03661}" type="presOf" srcId="{BB338678-4414-426F-A6E1-E89271F04D08}" destId="{132DB9D8-95B7-4C96-A3CE-A5951F77E4A6}" srcOrd="1" destOrd="0" presId="urn:microsoft.com/office/officeart/2009/3/layout/HorizontalOrganizationChart"/>
    <dgm:cxn modelId="{81587CAD-749D-4AEA-B27E-FEFF794DACC1}" type="presOf" srcId="{995E24E5-63B9-4B74-97FB-D5045290825E}" destId="{1B697D16-8292-4D5D-8BBD-EC02ABFF0967}" srcOrd="0" destOrd="0" presId="urn:microsoft.com/office/officeart/2009/3/layout/HorizontalOrganizationChart"/>
    <dgm:cxn modelId="{280DDEB6-59F9-4B5F-8553-10F5E002F67F}" type="presOf" srcId="{08AB93EE-010C-43C5-8F55-E32C3BAD0F43}" destId="{45AD050E-A4A0-4132-BAB3-3F5DBF4F2885}" srcOrd="0" destOrd="0" presId="urn:microsoft.com/office/officeart/2009/3/layout/HorizontalOrganizationChart"/>
    <dgm:cxn modelId="{B582CAE9-BF2F-4D92-9837-5413552227C6}" type="presOf" srcId="{36B09AE3-8F9E-4687-86E5-FEB03AD871E6}" destId="{8210CFBB-1C67-47C1-9620-A4B45933B7CF}" srcOrd="0" destOrd="0" presId="urn:microsoft.com/office/officeart/2009/3/layout/HorizontalOrganizationChart"/>
    <dgm:cxn modelId="{088CE2F4-A879-4554-B04B-B6A7060CF4E2}" srcId="{4267476D-AAAD-4611-ACC3-1FFBD70FA55F}" destId="{08AB93EE-010C-43C5-8F55-E32C3BAD0F43}" srcOrd="0" destOrd="0" parTransId="{6AB69E9A-DE40-4EC0-9DDA-C46B3429F7C2}" sibTransId="{7DE21B7E-A020-44AC-961F-9C689720ED8D}"/>
    <dgm:cxn modelId="{BAB6953B-1920-4C6B-AEE8-8E077CB016E2}" type="presParOf" srcId="{A5A96722-353C-4B41-B79F-A3BD5ABBD06F}" destId="{6E59CC58-209F-4EA2-BCFA-5C5C48E8EB56}" srcOrd="0" destOrd="0" presId="urn:microsoft.com/office/officeart/2009/3/layout/HorizontalOrganizationChart"/>
    <dgm:cxn modelId="{8C278D22-3266-4E17-957C-86AA93DA42D8}" type="presParOf" srcId="{6E59CC58-209F-4EA2-BCFA-5C5C48E8EB56}" destId="{12C23ACA-46D5-4FEA-80BD-BBC63D776E2B}" srcOrd="0" destOrd="0" presId="urn:microsoft.com/office/officeart/2009/3/layout/HorizontalOrganizationChart"/>
    <dgm:cxn modelId="{328C1909-4DCF-40A7-B3BB-5B4FB6437AD8}" type="presParOf" srcId="{12C23ACA-46D5-4FEA-80BD-BBC63D776E2B}" destId="{88E9DA0D-8063-40DE-BB5E-6AC946BB37D4}" srcOrd="0" destOrd="0" presId="urn:microsoft.com/office/officeart/2009/3/layout/HorizontalOrganizationChart"/>
    <dgm:cxn modelId="{5CF3A576-4EAA-4F6A-AD6D-084C6E9BE3E5}" type="presParOf" srcId="{12C23ACA-46D5-4FEA-80BD-BBC63D776E2B}" destId="{C5F47E93-178F-4130-8F34-C5B55B8A7A2A}" srcOrd="1" destOrd="0" presId="urn:microsoft.com/office/officeart/2009/3/layout/HorizontalOrganizationChart"/>
    <dgm:cxn modelId="{1B6C456C-B665-4704-B458-42FF1CE299FC}" type="presParOf" srcId="{6E59CC58-209F-4EA2-BCFA-5C5C48E8EB56}" destId="{9B801FA1-B834-40EA-88CA-472795472E0E}" srcOrd="1" destOrd="0" presId="urn:microsoft.com/office/officeart/2009/3/layout/HorizontalOrganizationChart"/>
    <dgm:cxn modelId="{8E65BE18-C79F-4496-BBF2-F389C5BFD5E7}" type="presParOf" srcId="{9B801FA1-B834-40EA-88CA-472795472E0E}" destId="{2C041D16-69F9-4893-B5E2-909757E1D972}" srcOrd="0" destOrd="0" presId="urn:microsoft.com/office/officeart/2009/3/layout/HorizontalOrganizationChart"/>
    <dgm:cxn modelId="{5244C356-EC7C-4F65-AC81-46AC2C8292B0}" type="presParOf" srcId="{9B801FA1-B834-40EA-88CA-472795472E0E}" destId="{BEB8CCDA-FB8B-4538-A5AE-2DD2C992E75D}" srcOrd="1" destOrd="0" presId="urn:microsoft.com/office/officeart/2009/3/layout/HorizontalOrganizationChart"/>
    <dgm:cxn modelId="{0A36C71E-BE10-4E91-A6D9-F6D423451790}" type="presParOf" srcId="{BEB8CCDA-FB8B-4538-A5AE-2DD2C992E75D}" destId="{DF80A15D-2042-4DE3-A5EB-E1B1638E04BD}" srcOrd="0" destOrd="0" presId="urn:microsoft.com/office/officeart/2009/3/layout/HorizontalOrganizationChart"/>
    <dgm:cxn modelId="{B72C04B0-6153-4331-814B-B427F789C3C6}" type="presParOf" srcId="{DF80A15D-2042-4DE3-A5EB-E1B1638E04BD}" destId="{45AD050E-A4A0-4132-BAB3-3F5DBF4F2885}" srcOrd="0" destOrd="0" presId="urn:microsoft.com/office/officeart/2009/3/layout/HorizontalOrganizationChart"/>
    <dgm:cxn modelId="{843D6050-D5F4-4776-9E96-91AE2B509C6E}" type="presParOf" srcId="{DF80A15D-2042-4DE3-A5EB-E1B1638E04BD}" destId="{4FA01B47-C410-4163-AC76-69C422E7E293}" srcOrd="1" destOrd="0" presId="urn:microsoft.com/office/officeart/2009/3/layout/HorizontalOrganizationChart"/>
    <dgm:cxn modelId="{59504D74-2F85-489B-A7E6-65B297238C5D}" type="presParOf" srcId="{BEB8CCDA-FB8B-4538-A5AE-2DD2C992E75D}" destId="{423503DC-3277-40CF-B19D-01D67796A397}" srcOrd="1" destOrd="0" presId="urn:microsoft.com/office/officeart/2009/3/layout/HorizontalOrganizationChart"/>
    <dgm:cxn modelId="{2DC3117C-432A-4D61-A37F-AB3A4BE4E739}" type="presParOf" srcId="{BEB8CCDA-FB8B-4538-A5AE-2DD2C992E75D}" destId="{C590AFE1-D57D-40AB-95BF-37E0F0F41556}" srcOrd="2" destOrd="0" presId="urn:microsoft.com/office/officeart/2009/3/layout/HorizontalOrganizationChart"/>
    <dgm:cxn modelId="{05F04D23-00C8-4F2B-89D3-265E26066C18}" type="presParOf" srcId="{9B801FA1-B834-40EA-88CA-472795472E0E}" destId="{8210CFBB-1C67-47C1-9620-A4B45933B7CF}" srcOrd="2" destOrd="0" presId="urn:microsoft.com/office/officeart/2009/3/layout/HorizontalOrganizationChart"/>
    <dgm:cxn modelId="{EE8FA69B-CFF0-4FE1-96AD-1BB4361DB7DA}" type="presParOf" srcId="{9B801FA1-B834-40EA-88CA-472795472E0E}" destId="{5536E018-B260-4997-AB55-24E5A5A7CE26}" srcOrd="3" destOrd="0" presId="urn:microsoft.com/office/officeart/2009/3/layout/HorizontalOrganizationChart"/>
    <dgm:cxn modelId="{3B6ED330-1628-491E-A331-0BEA70A4E913}" type="presParOf" srcId="{5536E018-B260-4997-AB55-24E5A5A7CE26}" destId="{C8703212-D962-4795-BC39-91F30E844FD0}" srcOrd="0" destOrd="0" presId="urn:microsoft.com/office/officeart/2009/3/layout/HorizontalOrganizationChart"/>
    <dgm:cxn modelId="{4C8B84A1-4313-4A66-BE5F-DC8439E12F90}" type="presParOf" srcId="{C8703212-D962-4795-BC39-91F30E844FD0}" destId="{F1DE9236-69C1-4BD0-A08D-51B2A22933D1}" srcOrd="0" destOrd="0" presId="urn:microsoft.com/office/officeart/2009/3/layout/HorizontalOrganizationChart"/>
    <dgm:cxn modelId="{3DBC1B29-7035-4D07-82BB-CA031B0EF4E2}" type="presParOf" srcId="{C8703212-D962-4795-BC39-91F30E844FD0}" destId="{132DB9D8-95B7-4C96-A3CE-A5951F77E4A6}" srcOrd="1" destOrd="0" presId="urn:microsoft.com/office/officeart/2009/3/layout/HorizontalOrganizationChart"/>
    <dgm:cxn modelId="{589BDB07-FE24-4B7C-AD1D-07DC6FE76206}" type="presParOf" srcId="{5536E018-B260-4997-AB55-24E5A5A7CE26}" destId="{8CB70CA3-EF1D-4021-9DE4-EAB93D15E4F5}" srcOrd="1" destOrd="0" presId="urn:microsoft.com/office/officeart/2009/3/layout/HorizontalOrganizationChart"/>
    <dgm:cxn modelId="{65787FAC-3DB5-4A81-8D7C-0306981134FE}" type="presParOf" srcId="{5536E018-B260-4997-AB55-24E5A5A7CE26}" destId="{7408DB7B-51DB-491E-8939-2BF0F07CFFE2}" srcOrd="2" destOrd="0" presId="urn:microsoft.com/office/officeart/2009/3/layout/HorizontalOrganizationChart"/>
    <dgm:cxn modelId="{D0C6DCA1-05FC-476C-94A2-0DCBB7928A9F}" type="presParOf" srcId="{9B801FA1-B834-40EA-88CA-472795472E0E}" destId="{1B697D16-8292-4D5D-8BBD-EC02ABFF0967}" srcOrd="4" destOrd="0" presId="urn:microsoft.com/office/officeart/2009/3/layout/HorizontalOrganizationChart"/>
    <dgm:cxn modelId="{8AFFF9FA-E287-43CF-94A1-D5FDDD2BFE32}" type="presParOf" srcId="{9B801FA1-B834-40EA-88CA-472795472E0E}" destId="{40FCBBA5-6D3E-4885-96C0-4B201C72AD19}" srcOrd="5" destOrd="0" presId="urn:microsoft.com/office/officeart/2009/3/layout/HorizontalOrganizationChart"/>
    <dgm:cxn modelId="{AAA8D8A5-DEA3-4079-860B-831C8F6F934D}" type="presParOf" srcId="{40FCBBA5-6D3E-4885-96C0-4B201C72AD19}" destId="{472CD96C-C2F8-4B6D-B6F9-7D228122DDE0}" srcOrd="0" destOrd="0" presId="urn:microsoft.com/office/officeart/2009/3/layout/HorizontalOrganizationChart"/>
    <dgm:cxn modelId="{39AB673A-C288-4971-B1B5-25916AC213B5}" type="presParOf" srcId="{472CD96C-C2F8-4B6D-B6F9-7D228122DDE0}" destId="{C09F6677-ADF4-463A-91D3-66FC805D13E5}" srcOrd="0" destOrd="0" presId="urn:microsoft.com/office/officeart/2009/3/layout/HorizontalOrganizationChart"/>
    <dgm:cxn modelId="{A4BB888C-1375-4857-AE38-A3970220C9D9}" type="presParOf" srcId="{472CD96C-C2F8-4B6D-B6F9-7D228122DDE0}" destId="{4AC0EC99-75BD-4590-847D-B57F74D47FD4}" srcOrd="1" destOrd="0" presId="urn:microsoft.com/office/officeart/2009/3/layout/HorizontalOrganizationChart"/>
    <dgm:cxn modelId="{2AA55A2F-8A80-4A69-AC84-F237FCFC8183}" type="presParOf" srcId="{40FCBBA5-6D3E-4885-96C0-4B201C72AD19}" destId="{B71A2D5C-6BEC-473C-A19C-D468B116BF1C}" srcOrd="1" destOrd="0" presId="urn:microsoft.com/office/officeart/2009/3/layout/HorizontalOrganizationChart"/>
    <dgm:cxn modelId="{F4144348-40EC-4D46-9C94-751B59B467FB}" type="presParOf" srcId="{40FCBBA5-6D3E-4885-96C0-4B201C72AD19}" destId="{A62A556E-42DE-4D12-8AD7-5FC6275E087A}" srcOrd="2" destOrd="0" presId="urn:microsoft.com/office/officeart/2009/3/layout/HorizontalOrganizationChart"/>
    <dgm:cxn modelId="{3902B2C5-13AF-47B9-9DBA-9C37C9F4164A}" type="presParOf" srcId="{9B801FA1-B834-40EA-88CA-472795472E0E}" destId="{0D5A9CF7-924B-4D66-A0D7-7FEDF67B5D33}" srcOrd="6" destOrd="0" presId="urn:microsoft.com/office/officeart/2009/3/layout/HorizontalOrganizationChart"/>
    <dgm:cxn modelId="{99775914-9E14-4D90-9F80-33A076CB69B9}" type="presParOf" srcId="{9B801FA1-B834-40EA-88CA-472795472E0E}" destId="{5E9EB340-06C5-4F0B-B04D-348B3E243933}" srcOrd="7" destOrd="0" presId="urn:microsoft.com/office/officeart/2009/3/layout/HorizontalOrganizationChart"/>
    <dgm:cxn modelId="{60D8E568-A1F7-4CF2-8D57-178CB027638B}" type="presParOf" srcId="{5E9EB340-06C5-4F0B-B04D-348B3E243933}" destId="{38BDF47B-48D0-46CB-A797-2F8BEC099F70}" srcOrd="0" destOrd="0" presId="urn:microsoft.com/office/officeart/2009/3/layout/HorizontalOrganizationChart"/>
    <dgm:cxn modelId="{60C00754-C03C-4B6A-82C1-B6623846E909}" type="presParOf" srcId="{38BDF47B-48D0-46CB-A797-2F8BEC099F70}" destId="{2DBA5729-92DD-4438-B9C0-CE16A0EDE832}" srcOrd="0" destOrd="0" presId="urn:microsoft.com/office/officeart/2009/3/layout/HorizontalOrganizationChart"/>
    <dgm:cxn modelId="{85EB4457-7582-411E-AFBF-75227D479645}" type="presParOf" srcId="{38BDF47B-48D0-46CB-A797-2F8BEC099F70}" destId="{2BA0ECE3-AFFB-423D-B049-1F2D4862C92C}" srcOrd="1" destOrd="0" presId="urn:microsoft.com/office/officeart/2009/3/layout/HorizontalOrganizationChart"/>
    <dgm:cxn modelId="{E99A7019-E173-44CF-A191-DE1109F1B07C}" type="presParOf" srcId="{5E9EB340-06C5-4F0B-B04D-348B3E243933}" destId="{915BED8D-5113-47BB-BBF4-55B7BFE15944}" srcOrd="1" destOrd="0" presId="urn:microsoft.com/office/officeart/2009/3/layout/HorizontalOrganizationChart"/>
    <dgm:cxn modelId="{38BC8F4B-1487-41C6-A86C-241A2F8C2DCC}" type="presParOf" srcId="{5E9EB340-06C5-4F0B-B04D-348B3E243933}" destId="{443B1526-0624-4E98-8F7B-CE1EF938ACFA}" srcOrd="2" destOrd="0" presId="urn:microsoft.com/office/officeart/2009/3/layout/HorizontalOrganizationChart"/>
    <dgm:cxn modelId="{51E74C0F-68E8-49A7-801F-C1FEEF3C24C8}" type="presParOf" srcId="{6E59CC58-209F-4EA2-BCFA-5C5C48E8EB56}" destId="{0CD1A4CC-6C52-4777-ADCE-7B2091065AE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D322F87-FA4C-40F8-AA0D-862E603400E6}" type="doc">
      <dgm:prSet loTypeId="urn:diagrams.loki3.com/BracketList+Icon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147449E-3F8C-4156-BAC1-1062F8E79F9E}">
      <dgm:prSet phldrT="[Texto]"/>
      <dgm:spPr/>
      <dgm:t>
        <a:bodyPr/>
        <a:lstStyle/>
        <a:p>
          <a:r>
            <a:rPr lang="es-ES_tradnl" b="1" dirty="0"/>
            <a:t>Estructuras y suelos</a:t>
          </a:r>
          <a:endParaRPr lang="es-ES" b="1" dirty="0"/>
        </a:p>
      </dgm:t>
    </dgm:pt>
    <dgm:pt modelId="{BE398030-4A03-4D06-85CE-38B022DA4376}" type="parTrans" cxnId="{1194CFF7-7838-4F96-A0DA-7AFC8F018C60}">
      <dgm:prSet/>
      <dgm:spPr/>
      <dgm:t>
        <a:bodyPr/>
        <a:lstStyle/>
        <a:p>
          <a:endParaRPr lang="es-ES"/>
        </a:p>
      </dgm:t>
    </dgm:pt>
    <dgm:pt modelId="{CF3C0DB1-4209-44F3-B83A-D119B7AE23BA}" type="sibTrans" cxnId="{1194CFF7-7838-4F96-A0DA-7AFC8F018C60}">
      <dgm:prSet/>
      <dgm:spPr/>
      <dgm:t>
        <a:bodyPr/>
        <a:lstStyle/>
        <a:p>
          <a:endParaRPr lang="es-ES"/>
        </a:p>
      </dgm:t>
    </dgm:pt>
    <dgm:pt modelId="{CD2DAB60-C991-4EB3-9786-203A00C93797}">
      <dgm:prSet phldrT="[Texto]"/>
      <dgm:spPr/>
      <dgm:t>
        <a:bodyPr/>
        <a:lstStyle/>
        <a:p>
          <a:r>
            <a:rPr lang="es-ES_tradnl" dirty="0"/>
            <a:t>Deben ser sólidas y soportar cargas</a:t>
          </a:r>
          <a:endParaRPr lang="es-ES" dirty="0"/>
        </a:p>
      </dgm:t>
    </dgm:pt>
    <dgm:pt modelId="{51391E28-BB3F-4446-9219-A4ABC0D2E5A1}" type="parTrans" cxnId="{4B94CF2F-B579-486F-8FA0-ECD325F6C3E7}">
      <dgm:prSet/>
      <dgm:spPr/>
      <dgm:t>
        <a:bodyPr/>
        <a:lstStyle/>
        <a:p>
          <a:endParaRPr lang="es-ES"/>
        </a:p>
      </dgm:t>
    </dgm:pt>
    <dgm:pt modelId="{6E29BA85-57AA-4C8B-BBE5-ADD950B172F8}" type="sibTrans" cxnId="{4B94CF2F-B579-486F-8FA0-ECD325F6C3E7}">
      <dgm:prSet/>
      <dgm:spPr/>
      <dgm:t>
        <a:bodyPr/>
        <a:lstStyle/>
        <a:p>
          <a:endParaRPr lang="es-ES"/>
        </a:p>
      </dgm:t>
    </dgm:pt>
    <dgm:pt modelId="{735345DE-150A-4AA1-B1E3-416440FA5CF8}">
      <dgm:prSet phldrT="[Texto]"/>
      <dgm:spPr/>
      <dgm:t>
        <a:bodyPr/>
        <a:lstStyle/>
        <a:p>
          <a:r>
            <a:rPr lang="es-ES_tradnl" b="1" dirty="0"/>
            <a:t>Espacios de trabajo</a:t>
          </a:r>
          <a:endParaRPr lang="es-ES" b="1" dirty="0"/>
        </a:p>
      </dgm:t>
    </dgm:pt>
    <dgm:pt modelId="{1E8E415B-A83E-4EF7-8775-65F94EE2EF8A}" type="parTrans" cxnId="{22CEEACC-26B5-486D-B846-12CB432F85F4}">
      <dgm:prSet/>
      <dgm:spPr/>
      <dgm:t>
        <a:bodyPr/>
        <a:lstStyle/>
        <a:p>
          <a:endParaRPr lang="es-ES"/>
        </a:p>
      </dgm:t>
    </dgm:pt>
    <dgm:pt modelId="{F4CE0450-D62F-4A5A-B0CC-EFF0AACDED41}" type="sibTrans" cxnId="{22CEEACC-26B5-486D-B846-12CB432F85F4}">
      <dgm:prSet/>
      <dgm:spPr/>
      <dgm:t>
        <a:bodyPr/>
        <a:lstStyle/>
        <a:p>
          <a:endParaRPr lang="es-ES"/>
        </a:p>
      </dgm:t>
    </dgm:pt>
    <dgm:pt modelId="{DA5FB5D0-C9C9-491A-8191-D91307E0F7CC}">
      <dgm:prSet phldrT="[Texto]"/>
      <dgm:spPr/>
      <dgm:t>
        <a:bodyPr/>
        <a:lstStyle/>
        <a:p>
          <a:r>
            <a:rPr lang="es-ES_tradnl" dirty="0"/>
            <a:t>Mín.: 3 m de altura, 2 m</a:t>
          </a:r>
          <a:r>
            <a:rPr lang="es-ES_tradnl" baseline="30000" dirty="0"/>
            <a:t>2/</a:t>
          </a:r>
          <a:r>
            <a:rPr lang="es-ES_tradnl" baseline="0" dirty="0"/>
            <a:t> trabajador, y 10</a:t>
          </a:r>
          <a:r>
            <a:rPr lang="es-ES_tradnl" dirty="0"/>
            <a:t>m</a:t>
          </a:r>
          <a:r>
            <a:rPr lang="es-ES_tradnl" baseline="30000" dirty="0"/>
            <a:t>3</a:t>
          </a:r>
          <a:r>
            <a:rPr lang="es-ES_tradnl" baseline="0" dirty="0"/>
            <a:t> volumen por trabajador</a:t>
          </a:r>
          <a:endParaRPr lang="es-ES" dirty="0"/>
        </a:p>
      </dgm:t>
    </dgm:pt>
    <dgm:pt modelId="{F617F114-E7BE-4988-A79B-910540D22B2E}" type="parTrans" cxnId="{4A1B8971-EA18-4CEC-8B47-00937FA8B7F8}">
      <dgm:prSet/>
      <dgm:spPr/>
      <dgm:t>
        <a:bodyPr/>
        <a:lstStyle/>
        <a:p>
          <a:endParaRPr lang="es-ES"/>
        </a:p>
      </dgm:t>
    </dgm:pt>
    <dgm:pt modelId="{DAAD50FD-EC52-444E-8557-21380106E8B1}" type="sibTrans" cxnId="{4A1B8971-EA18-4CEC-8B47-00937FA8B7F8}">
      <dgm:prSet/>
      <dgm:spPr/>
      <dgm:t>
        <a:bodyPr/>
        <a:lstStyle/>
        <a:p>
          <a:endParaRPr lang="es-ES"/>
        </a:p>
      </dgm:t>
    </dgm:pt>
    <dgm:pt modelId="{6E4DF814-A638-40EF-847A-A5C369B9210D}">
      <dgm:prSet phldrT="[Texto]"/>
      <dgm:spPr/>
      <dgm:t>
        <a:bodyPr/>
        <a:lstStyle/>
        <a:p>
          <a:r>
            <a:rPr lang="es-ES_tradnl" dirty="0"/>
            <a:t>Estables, no resbaladizos, sin pendientes ni rampas excesivas</a:t>
          </a:r>
          <a:endParaRPr lang="es-ES" dirty="0"/>
        </a:p>
      </dgm:t>
    </dgm:pt>
    <dgm:pt modelId="{EE9F22BA-811A-491D-98BC-AD56C1EEBE4B}" type="parTrans" cxnId="{CAD67BFF-25A2-4753-BC7E-8CF513B3C067}">
      <dgm:prSet/>
      <dgm:spPr/>
      <dgm:t>
        <a:bodyPr/>
        <a:lstStyle/>
        <a:p>
          <a:endParaRPr lang="es-ES"/>
        </a:p>
      </dgm:t>
    </dgm:pt>
    <dgm:pt modelId="{3492A99B-ED5E-4A9C-BE49-AD03C0A8030C}" type="sibTrans" cxnId="{CAD67BFF-25A2-4753-BC7E-8CF513B3C067}">
      <dgm:prSet/>
      <dgm:spPr/>
      <dgm:t>
        <a:bodyPr/>
        <a:lstStyle/>
        <a:p>
          <a:endParaRPr lang="es-ES"/>
        </a:p>
      </dgm:t>
    </dgm:pt>
    <dgm:pt modelId="{1DBC2981-977B-468B-8BEF-58760A3CEFE9}">
      <dgm:prSet phldrT="[Texto]"/>
      <dgm:spPr/>
      <dgm:t>
        <a:bodyPr/>
        <a:lstStyle/>
        <a:p>
          <a:r>
            <a:rPr lang="es-ES_tradnl" b="1" dirty="0"/>
            <a:t>Barandillas</a:t>
          </a:r>
          <a:endParaRPr lang="es-ES" b="1" dirty="0"/>
        </a:p>
      </dgm:t>
    </dgm:pt>
    <dgm:pt modelId="{F5F5299C-E1E5-4269-A73B-39C0568E35BC}" type="parTrans" cxnId="{25526FF7-DF6F-4028-9102-15CB3F06FA1B}">
      <dgm:prSet/>
      <dgm:spPr/>
      <dgm:t>
        <a:bodyPr/>
        <a:lstStyle/>
        <a:p>
          <a:endParaRPr lang="es-ES"/>
        </a:p>
      </dgm:t>
    </dgm:pt>
    <dgm:pt modelId="{62544EF7-060D-424B-A2B4-C20967DFBADA}" type="sibTrans" cxnId="{25526FF7-DF6F-4028-9102-15CB3F06FA1B}">
      <dgm:prSet/>
      <dgm:spPr/>
      <dgm:t>
        <a:bodyPr/>
        <a:lstStyle/>
        <a:p>
          <a:endParaRPr lang="es-ES"/>
        </a:p>
      </dgm:t>
    </dgm:pt>
    <dgm:pt modelId="{54FE965C-AAC0-4F8B-B7D6-F4A39E656AA0}">
      <dgm:prSet phldrT="[Texto]"/>
      <dgm:spPr/>
      <dgm:t>
        <a:bodyPr/>
        <a:lstStyle/>
        <a:p>
          <a:r>
            <a:rPr lang="es-ES_tradnl" dirty="0"/>
            <a:t>Altura mín. 90 cm con protección inferior par impedir el paso</a:t>
          </a:r>
          <a:endParaRPr lang="es-ES" dirty="0"/>
        </a:p>
      </dgm:t>
    </dgm:pt>
    <dgm:pt modelId="{3F9C52C3-7F8C-4A91-AD17-F63706CAA763}" type="parTrans" cxnId="{7D19C91D-EBCC-4A55-9C91-DEF8F161B573}">
      <dgm:prSet/>
      <dgm:spPr/>
      <dgm:t>
        <a:bodyPr/>
        <a:lstStyle/>
        <a:p>
          <a:endParaRPr lang="es-ES"/>
        </a:p>
      </dgm:t>
    </dgm:pt>
    <dgm:pt modelId="{E14E37FA-4FFA-4591-AE6B-65C49D364656}" type="sibTrans" cxnId="{7D19C91D-EBCC-4A55-9C91-DEF8F161B573}">
      <dgm:prSet/>
      <dgm:spPr/>
      <dgm:t>
        <a:bodyPr/>
        <a:lstStyle/>
        <a:p>
          <a:endParaRPr lang="es-ES"/>
        </a:p>
      </dgm:t>
    </dgm:pt>
    <dgm:pt modelId="{106F7C8B-AEFA-4AB4-86BC-FA5477EEABE7}">
      <dgm:prSet phldrT="[Texto]"/>
      <dgm:spPr/>
      <dgm:t>
        <a:bodyPr/>
        <a:lstStyle/>
        <a:p>
          <a:r>
            <a:rPr lang="es-ES_tradnl" b="1" dirty="0"/>
            <a:t>Escaleras y vías de circulación</a:t>
          </a:r>
          <a:endParaRPr lang="es-ES" b="1" dirty="0"/>
        </a:p>
      </dgm:t>
    </dgm:pt>
    <dgm:pt modelId="{FC975CF7-4FA9-4F50-A2B3-52BAC4537A02}" type="parTrans" cxnId="{2D108EFB-9373-4C4B-BF02-5B9EE1594A34}">
      <dgm:prSet/>
      <dgm:spPr/>
      <dgm:t>
        <a:bodyPr/>
        <a:lstStyle/>
        <a:p>
          <a:endParaRPr lang="es-ES"/>
        </a:p>
      </dgm:t>
    </dgm:pt>
    <dgm:pt modelId="{7883A10F-3892-4537-AD4A-9ED339A00B0E}" type="sibTrans" cxnId="{2D108EFB-9373-4C4B-BF02-5B9EE1594A34}">
      <dgm:prSet/>
      <dgm:spPr/>
      <dgm:t>
        <a:bodyPr/>
        <a:lstStyle/>
        <a:p>
          <a:endParaRPr lang="es-ES"/>
        </a:p>
      </dgm:t>
    </dgm:pt>
    <dgm:pt modelId="{743BFA14-96D8-495F-975D-808C8C6056BE}">
      <dgm:prSet phldrT="[Texto]"/>
      <dgm:spPr/>
      <dgm:t>
        <a:bodyPr/>
        <a:lstStyle/>
        <a:p>
          <a:r>
            <a:rPr lang="es-ES_tradnl" dirty="0"/>
            <a:t>Escaleras: anchura mín. 1m</a:t>
          </a:r>
          <a:endParaRPr lang="es-ES" dirty="0"/>
        </a:p>
      </dgm:t>
    </dgm:pt>
    <dgm:pt modelId="{E327CBCA-3598-463C-A48D-91CEA58718AD}" type="parTrans" cxnId="{E9A30AC4-97B2-48A6-A996-4DF9DAA50645}">
      <dgm:prSet/>
      <dgm:spPr/>
      <dgm:t>
        <a:bodyPr/>
        <a:lstStyle/>
        <a:p>
          <a:endParaRPr lang="es-ES"/>
        </a:p>
      </dgm:t>
    </dgm:pt>
    <dgm:pt modelId="{D6A00D3E-46C8-4EF9-AFC3-06304A509370}" type="sibTrans" cxnId="{E9A30AC4-97B2-48A6-A996-4DF9DAA50645}">
      <dgm:prSet/>
      <dgm:spPr/>
      <dgm:t>
        <a:bodyPr/>
        <a:lstStyle/>
        <a:p>
          <a:endParaRPr lang="es-ES"/>
        </a:p>
      </dgm:t>
    </dgm:pt>
    <dgm:pt modelId="{0F14310C-DC6A-40F7-8A07-EE1920BE7A58}">
      <dgm:prSet phldrT="[Texto]"/>
      <dgm:spPr/>
      <dgm:t>
        <a:bodyPr/>
        <a:lstStyle/>
        <a:p>
          <a:r>
            <a:rPr lang="es-ES_tradnl" dirty="0"/>
            <a:t>Puertas: anchura mín. 80 cm y pasillos de 1m</a:t>
          </a:r>
          <a:endParaRPr lang="es-ES" dirty="0"/>
        </a:p>
      </dgm:t>
    </dgm:pt>
    <dgm:pt modelId="{BE12E551-CC02-42EC-9F72-6FE4D5EB1CC0}" type="parTrans" cxnId="{3594D152-43FB-47B6-AB80-86AE7C32B3E9}">
      <dgm:prSet/>
      <dgm:spPr/>
      <dgm:t>
        <a:bodyPr/>
        <a:lstStyle/>
        <a:p>
          <a:endParaRPr lang="es-ES"/>
        </a:p>
      </dgm:t>
    </dgm:pt>
    <dgm:pt modelId="{4A90457C-9624-4BB2-93C1-0D3C0DB5AE6F}" type="sibTrans" cxnId="{3594D152-43FB-47B6-AB80-86AE7C32B3E9}">
      <dgm:prSet/>
      <dgm:spPr/>
      <dgm:t>
        <a:bodyPr/>
        <a:lstStyle/>
        <a:p>
          <a:endParaRPr lang="es-ES"/>
        </a:p>
      </dgm:t>
    </dgm:pt>
    <dgm:pt modelId="{6839C005-5577-4731-BFBE-1CF17D13E4DC}">
      <dgm:prSet phldrT="[Texto]"/>
      <dgm:spPr/>
      <dgm:t>
        <a:bodyPr/>
        <a:lstStyle/>
        <a:p>
          <a:r>
            <a:rPr lang="es-ES_tradnl" b="1" dirty="0"/>
            <a:t>Salidas de evacuación</a:t>
          </a:r>
          <a:endParaRPr lang="es-ES" b="1" dirty="0"/>
        </a:p>
      </dgm:t>
    </dgm:pt>
    <dgm:pt modelId="{EFEE4A0F-9A8D-4874-99E7-82A889BF5C39}" type="parTrans" cxnId="{E518076E-A0AA-42AB-AAA1-8DFA2282AF73}">
      <dgm:prSet/>
      <dgm:spPr/>
      <dgm:t>
        <a:bodyPr/>
        <a:lstStyle/>
        <a:p>
          <a:endParaRPr lang="es-ES"/>
        </a:p>
      </dgm:t>
    </dgm:pt>
    <dgm:pt modelId="{88F18BEF-7A1F-4FD2-9AD5-AE4225039990}" type="sibTrans" cxnId="{E518076E-A0AA-42AB-AAA1-8DFA2282AF73}">
      <dgm:prSet/>
      <dgm:spPr/>
      <dgm:t>
        <a:bodyPr/>
        <a:lstStyle/>
        <a:p>
          <a:endParaRPr lang="es-ES"/>
        </a:p>
      </dgm:t>
    </dgm:pt>
    <dgm:pt modelId="{F1D2BC10-FFBB-4114-8C35-8B19FC426FB9}">
      <dgm:prSet phldrT="[Texto]"/>
      <dgm:spPr/>
      <dgm:t>
        <a:bodyPr/>
        <a:lstStyle/>
        <a:p>
          <a:r>
            <a:rPr lang="es-ES_tradnl" dirty="0"/>
            <a:t>Despejadas, señalizadas, con iluminación de seguridad y puertas que se puedan abrir hacia fuera.</a:t>
          </a:r>
          <a:endParaRPr lang="es-ES" dirty="0"/>
        </a:p>
      </dgm:t>
    </dgm:pt>
    <dgm:pt modelId="{FF9BDBBE-8157-4C1C-8875-58F290505047}" type="parTrans" cxnId="{DADCF0EC-FF76-4723-BE1C-3A063BB4E76D}">
      <dgm:prSet/>
      <dgm:spPr/>
      <dgm:t>
        <a:bodyPr/>
        <a:lstStyle/>
        <a:p>
          <a:endParaRPr lang="es-ES"/>
        </a:p>
      </dgm:t>
    </dgm:pt>
    <dgm:pt modelId="{BD01ADE0-A7D2-43C3-B006-75693FC5AC79}" type="sibTrans" cxnId="{DADCF0EC-FF76-4723-BE1C-3A063BB4E76D}">
      <dgm:prSet/>
      <dgm:spPr/>
      <dgm:t>
        <a:bodyPr/>
        <a:lstStyle/>
        <a:p>
          <a:endParaRPr lang="es-ES"/>
        </a:p>
      </dgm:t>
    </dgm:pt>
    <dgm:pt modelId="{A6C8EAEC-D808-4C85-B490-6A9D3E615FD0}" type="pres">
      <dgm:prSet presAssocID="{4D322F87-FA4C-40F8-AA0D-862E603400E6}" presName="Name0" presStyleCnt="0">
        <dgm:presLayoutVars>
          <dgm:dir/>
          <dgm:animLvl val="lvl"/>
          <dgm:resizeHandles val="exact"/>
        </dgm:presLayoutVars>
      </dgm:prSet>
      <dgm:spPr/>
    </dgm:pt>
    <dgm:pt modelId="{695D4A84-160F-4BA9-9C36-093A56C7044E}" type="pres">
      <dgm:prSet presAssocID="{9147449E-3F8C-4156-BAC1-1062F8E79F9E}" presName="linNode" presStyleCnt="0"/>
      <dgm:spPr/>
    </dgm:pt>
    <dgm:pt modelId="{B60479CC-B8D2-4236-A7E2-0BAC7377A6C7}" type="pres">
      <dgm:prSet presAssocID="{9147449E-3F8C-4156-BAC1-1062F8E79F9E}" presName="parTx" presStyleLbl="revTx" presStyleIdx="0" presStyleCnt="5">
        <dgm:presLayoutVars>
          <dgm:chMax val="1"/>
          <dgm:bulletEnabled val="1"/>
        </dgm:presLayoutVars>
      </dgm:prSet>
      <dgm:spPr/>
    </dgm:pt>
    <dgm:pt modelId="{25EA78B4-829E-41A2-AA79-40035CEB0FB4}" type="pres">
      <dgm:prSet presAssocID="{9147449E-3F8C-4156-BAC1-1062F8E79F9E}" presName="bracket" presStyleLbl="parChTrans1D1" presStyleIdx="0" presStyleCnt="5"/>
      <dgm:spPr/>
    </dgm:pt>
    <dgm:pt modelId="{968FD943-0664-43E5-BA32-C06A069CF633}" type="pres">
      <dgm:prSet presAssocID="{9147449E-3F8C-4156-BAC1-1062F8E79F9E}" presName="spH" presStyleCnt="0"/>
      <dgm:spPr/>
    </dgm:pt>
    <dgm:pt modelId="{538E5D45-DEEE-4E97-8D7B-1F3A0814BD21}" type="pres">
      <dgm:prSet presAssocID="{9147449E-3F8C-4156-BAC1-1062F8E79F9E}" presName="desTx" presStyleLbl="node1" presStyleIdx="0" presStyleCnt="5">
        <dgm:presLayoutVars>
          <dgm:bulletEnabled val="1"/>
        </dgm:presLayoutVars>
      </dgm:prSet>
      <dgm:spPr/>
    </dgm:pt>
    <dgm:pt modelId="{F3CC7166-25B4-4254-9DD5-5F1726EBEA3B}" type="pres">
      <dgm:prSet presAssocID="{CF3C0DB1-4209-44F3-B83A-D119B7AE23BA}" presName="spV" presStyleCnt="0"/>
      <dgm:spPr/>
    </dgm:pt>
    <dgm:pt modelId="{2800C80F-88B2-436F-9173-0357EA004C6B}" type="pres">
      <dgm:prSet presAssocID="{735345DE-150A-4AA1-B1E3-416440FA5CF8}" presName="linNode" presStyleCnt="0"/>
      <dgm:spPr/>
    </dgm:pt>
    <dgm:pt modelId="{14AC72FD-1696-4EDA-855E-FBCAFF3AB3C2}" type="pres">
      <dgm:prSet presAssocID="{735345DE-150A-4AA1-B1E3-416440FA5CF8}" presName="parTx" presStyleLbl="revTx" presStyleIdx="1" presStyleCnt="5">
        <dgm:presLayoutVars>
          <dgm:chMax val="1"/>
          <dgm:bulletEnabled val="1"/>
        </dgm:presLayoutVars>
      </dgm:prSet>
      <dgm:spPr/>
    </dgm:pt>
    <dgm:pt modelId="{C52525CE-64E4-4632-98D2-B60236E69ADA}" type="pres">
      <dgm:prSet presAssocID="{735345DE-150A-4AA1-B1E3-416440FA5CF8}" presName="bracket" presStyleLbl="parChTrans1D1" presStyleIdx="1" presStyleCnt="5"/>
      <dgm:spPr/>
    </dgm:pt>
    <dgm:pt modelId="{3F2D5DBC-49B5-433E-8226-EB12A8E82D3B}" type="pres">
      <dgm:prSet presAssocID="{735345DE-150A-4AA1-B1E3-416440FA5CF8}" presName="spH" presStyleCnt="0"/>
      <dgm:spPr/>
    </dgm:pt>
    <dgm:pt modelId="{AB23A715-E77A-4DAB-82B0-A39ED48C0237}" type="pres">
      <dgm:prSet presAssocID="{735345DE-150A-4AA1-B1E3-416440FA5CF8}" presName="desTx" presStyleLbl="node1" presStyleIdx="1" presStyleCnt="5">
        <dgm:presLayoutVars>
          <dgm:bulletEnabled val="1"/>
        </dgm:presLayoutVars>
      </dgm:prSet>
      <dgm:spPr/>
    </dgm:pt>
    <dgm:pt modelId="{BAF65F1B-6BAC-4307-A8FE-0ACAE8F1D711}" type="pres">
      <dgm:prSet presAssocID="{F4CE0450-D62F-4A5A-B0CC-EFF0AACDED41}" presName="spV" presStyleCnt="0"/>
      <dgm:spPr/>
    </dgm:pt>
    <dgm:pt modelId="{BF5EA3F3-B47D-4504-8248-C10B277EED73}" type="pres">
      <dgm:prSet presAssocID="{1DBC2981-977B-468B-8BEF-58760A3CEFE9}" presName="linNode" presStyleCnt="0"/>
      <dgm:spPr/>
    </dgm:pt>
    <dgm:pt modelId="{1B0F77D2-1C7D-4694-917B-92420EF68141}" type="pres">
      <dgm:prSet presAssocID="{1DBC2981-977B-468B-8BEF-58760A3CEFE9}" presName="parTx" presStyleLbl="revTx" presStyleIdx="2" presStyleCnt="5">
        <dgm:presLayoutVars>
          <dgm:chMax val="1"/>
          <dgm:bulletEnabled val="1"/>
        </dgm:presLayoutVars>
      </dgm:prSet>
      <dgm:spPr/>
    </dgm:pt>
    <dgm:pt modelId="{F686B2AF-FFFF-41FE-828B-4DA943258934}" type="pres">
      <dgm:prSet presAssocID="{1DBC2981-977B-468B-8BEF-58760A3CEFE9}" presName="bracket" presStyleLbl="parChTrans1D1" presStyleIdx="2" presStyleCnt="5"/>
      <dgm:spPr/>
    </dgm:pt>
    <dgm:pt modelId="{6344226A-826D-4D1F-A9C8-A76C0DE091AA}" type="pres">
      <dgm:prSet presAssocID="{1DBC2981-977B-468B-8BEF-58760A3CEFE9}" presName="spH" presStyleCnt="0"/>
      <dgm:spPr/>
    </dgm:pt>
    <dgm:pt modelId="{D61F0E83-B3E0-4A24-AD27-99B42F5C25C2}" type="pres">
      <dgm:prSet presAssocID="{1DBC2981-977B-468B-8BEF-58760A3CEFE9}" presName="desTx" presStyleLbl="node1" presStyleIdx="2" presStyleCnt="5">
        <dgm:presLayoutVars>
          <dgm:bulletEnabled val="1"/>
        </dgm:presLayoutVars>
      </dgm:prSet>
      <dgm:spPr/>
    </dgm:pt>
    <dgm:pt modelId="{193160C3-640B-45E1-889F-46D5B998459D}" type="pres">
      <dgm:prSet presAssocID="{62544EF7-060D-424B-A2B4-C20967DFBADA}" presName="spV" presStyleCnt="0"/>
      <dgm:spPr/>
    </dgm:pt>
    <dgm:pt modelId="{88F19309-52EF-4A7E-9507-D0C334387561}" type="pres">
      <dgm:prSet presAssocID="{106F7C8B-AEFA-4AB4-86BC-FA5477EEABE7}" presName="linNode" presStyleCnt="0"/>
      <dgm:spPr/>
    </dgm:pt>
    <dgm:pt modelId="{C95BBA2E-2AA2-42EF-8410-E116C65ADE2D}" type="pres">
      <dgm:prSet presAssocID="{106F7C8B-AEFA-4AB4-86BC-FA5477EEABE7}" presName="parTx" presStyleLbl="revTx" presStyleIdx="3" presStyleCnt="5">
        <dgm:presLayoutVars>
          <dgm:chMax val="1"/>
          <dgm:bulletEnabled val="1"/>
        </dgm:presLayoutVars>
      </dgm:prSet>
      <dgm:spPr/>
    </dgm:pt>
    <dgm:pt modelId="{A003C707-B0A8-457D-94C9-54CC7F025B49}" type="pres">
      <dgm:prSet presAssocID="{106F7C8B-AEFA-4AB4-86BC-FA5477EEABE7}" presName="bracket" presStyleLbl="parChTrans1D1" presStyleIdx="3" presStyleCnt="5"/>
      <dgm:spPr/>
    </dgm:pt>
    <dgm:pt modelId="{F9426BDD-BF60-4D55-908C-028DAEE7CCDD}" type="pres">
      <dgm:prSet presAssocID="{106F7C8B-AEFA-4AB4-86BC-FA5477EEABE7}" presName="spH" presStyleCnt="0"/>
      <dgm:spPr/>
    </dgm:pt>
    <dgm:pt modelId="{54FD55A6-1012-45E6-88C3-9915C6FCEBF4}" type="pres">
      <dgm:prSet presAssocID="{106F7C8B-AEFA-4AB4-86BC-FA5477EEABE7}" presName="desTx" presStyleLbl="node1" presStyleIdx="3" presStyleCnt="5">
        <dgm:presLayoutVars>
          <dgm:bulletEnabled val="1"/>
        </dgm:presLayoutVars>
      </dgm:prSet>
      <dgm:spPr/>
    </dgm:pt>
    <dgm:pt modelId="{BAAEFF51-EBE5-468E-BCD5-C9C66FD97863}" type="pres">
      <dgm:prSet presAssocID="{7883A10F-3892-4537-AD4A-9ED339A00B0E}" presName="spV" presStyleCnt="0"/>
      <dgm:spPr/>
    </dgm:pt>
    <dgm:pt modelId="{2449B145-B52D-40AC-800B-6258EB8299BB}" type="pres">
      <dgm:prSet presAssocID="{6839C005-5577-4731-BFBE-1CF17D13E4DC}" presName="linNode" presStyleCnt="0"/>
      <dgm:spPr/>
    </dgm:pt>
    <dgm:pt modelId="{DD4823A7-A53F-4021-8414-EBC1772FE12C}" type="pres">
      <dgm:prSet presAssocID="{6839C005-5577-4731-BFBE-1CF17D13E4DC}" presName="parTx" presStyleLbl="revTx" presStyleIdx="4" presStyleCnt="5">
        <dgm:presLayoutVars>
          <dgm:chMax val="1"/>
          <dgm:bulletEnabled val="1"/>
        </dgm:presLayoutVars>
      </dgm:prSet>
      <dgm:spPr/>
    </dgm:pt>
    <dgm:pt modelId="{9E11A470-A30B-450E-8129-676C8153CF49}" type="pres">
      <dgm:prSet presAssocID="{6839C005-5577-4731-BFBE-1CF17D13E4DC}" presName="bracket" presStyleLbl="parChTrans1D1" presStyleIdx="4" presStyleCnt="5"/>
      <dgm:spPr/>
    </dgm:pt>
    <dgm:pt modelId="{A79E30B6-CDD5-41C7-8F62-3E5B774E1475}" type="pres">
      <dgm:prSet presAssocID="{6839C005-5577-4731-BFBE-1CF17D13E4DC}" presName="spH" presStyleCnt="0"/>
      <dgm:spPr/>
    </dgm:pt>
    <dgm:pt modelId="{16752C0E-8C27-41FA-91E3-83F83CB5CEDA}" type="pres">
      <dgm:prSet presAssocID="{6839C005-5577-4731-BFBE-1CF17D13E4DC}" presName="desTx" presStyleLbl="node1" presStyleIdx="4" presStyleCnt="5">
        <dgm:presLayoutVars>
          <dgm:bulletEnabled val="1"/>
        </dgm:presLayoutVars>
      </dgm:prSet>
      <dgm:spPr/>
    </dgm:pt>
  </dgm:ptLst>
  <dgm:cxnLst>
    <dgm:cxn modelId="{7D19C91D-EBCC-4A55-9C91-DEF8F161B573}" srcId="{1DBC2981-977B-468B-8BEF-58760A3CEFE9}" destId="{54FE965C-AAC0-4F8B-B7D6-F4A39E656AA0}" srcOrd="0" destOrd="0" parTransId="{3F9C52C3-7F8C-4A91-AD17-F63706CAA763}" sibTransId="{E14E37FA-4FFA-4591-AE6B-65C49D364656}"/>
    <dgm:cxn modelId="{2BD58A25-2409-4895-8F27-B6AF6E44A672}" type="presOf" srcId="{9147449E-3F8C-4156-BAC1-1062F8E79F9E}" destId="{B60479CC-B8D2-4236-A7E2-0BAC7377A6C7}" srcOrd="0" destOrd="0" presId="urn:diagrams.loki3.com/BracketList+Icon#1"/>
    <dgm:cxn modelId="{AD423127-5FE7-4490-8B81-92FB118C57D3}" type="presOf" srcId="{6E4DF814-A638-40EF-847A-A5C369B9210D}" destId="{538E5D45-DEEE-4E97-8D7B-1F3A0814BD21}" srcOrd="0" destOrd="1" presId="urn:diagrams.loki3.com/BracketList+Icon#1"/>
    <dgm:cxn modelId="{7094CA28-3005-4367-AE28-CE7B16FCA30B}" type="presOf" srcId="{CD2DAB60-C991-4EB3-9786-203A00C93797}" destId="{538E5D45-DEEE-4E97-8D7B-1F3A0814BD21}" srcOrd="0" destOrd="0" presId="urn:diagrams.loki3.com/BracketList+Icon#1"/>
    <dgm:cxn modelId="{4B94CF2F-B579-486F-8FA0-ECD325F6C3E7}" srcId="{9147449E-3F8C-4156-BAC1-1062F8E79F9E}" destId="{CD2DAB60-C991-4EB3-9786-203A00C93797}" srcOrd="0" destOrd="0" parTransId="{51391E28-BB3F-4446-9219-A4ABC0D2E5A1}" sibTransId="{6E29BA85-57AA-4C8B-BBE5-ADD950B172F8}"/>
    <dgm:cxn modelId="{A90D5F30-30AB-411E-A66C-E616CB74CC35}" type="presOf" srcId="{4D322F87-FA4C-40F8-AA0D-862E603400E6}" destId="{A6C8EAEC-D808-4C85-B490-6A9D3E615FD0}" srcOrd="0" destOrd="0" presId="urn:diagrams.loki3.com/BracketList+Icon#1"/>
    <dgm:cxn modelId="{F844073B-04D5-4840-BAA3-4D931BC6ADE8}" type="presOf" srcId="{6839C005-5577-4731-BFBE-1CF17D13E4DC}" destId="{DD4823A7-A53F-4021-8414-EBC1772FE12C}" srcOrd="0" destOrd="0" presId="urn:diagrams.loki3.com/BracketList+Icon#1"/>
    <dgm:cxn modelId="{55B63040-7333-4541-B85E-31AFC2D958DC}" type="presOf" srcId="{F1D2BC10-FFBB-4114-8C35-8B19FC426FB9}" destId="{16752C0E-8C27-41FA-91E3-83F83CB5CEDA}" srcOrd="0" destOrd="0" presId="urn:diagrams.loki3.com/BracketList+Icon#1"/>
    <dgm:cxn modelId="{0E19E15B-66FF-4510-8800-4BCC16DF78F0}" type="presOf" srcId="{743BFA14-96D8-495F-975D-808C8C6056BE}" destId="{54FD55A6-1012-45E6-88C3-9915C6FCEBF4}" srcOrd="0" destOrd="0" presId="urn:diagrams.loki3.com/BracketList+Icon#1"/>
    <dgm:cxn modelId="{F04E2E5F-8755-4C75-989E-CC16983D1E89}" type="presOf" srcId="{106F7C8B-AEFA-4AB4-86BC-FA5477EEABE7}" destId="{C95BBA2E-2AA2-42EF-8410-E116C65ADE2D}" srcOrd="0" destOrd="0" presId="urn:diagrams.loki3.com/BracketList+Icon#1"/>
    <dgm:cxn modelId="{E518076E-A0AA-42AB-AAA1-8DFA2282AF73}" srcId="{4D322F87-FA4C-40F8-AA0D-862E603400E6}" destId="{6839C005-5577-4731-BFBE-1CF17D13E4DC}" srcOrd="4" destOrd="0" parTransId="{EFEE4A0F-9A8D-4874-99E7-82A889BF5C39}" sibTransId="{88F18BEF-7A1F-4FD2-9AD5-AE4225039990}"/>
    <dgm:cxn modelId="{4A1B8971-EA18-4CEC-8B47-00937FA8B7F8}" srcId="{735345DE-150A-4AA1-B1E3-416440FA5CF8}" destId="{DA5FB5D0-C9C9-491A-8191-D91307E0F7CC}" srcOrd="0" destOrd="0" parTransId="{F617F114-E7BE-4988-A79B-910540D22B2E}" sibTransId="{DAAD50FD-EC52-444E-8557-21380106E8B1}"/>
    <dgm:cxn modelId="{3594D152-43FB-47B6-AB80-86AE7C32B3E9}" srcId="{106F7C8B-AEFA-4AB4-86BC-FA5477EEABE7}" destId="{0F14310C-DC6A-40F7-8A07-EE1920BE7A58}" srcOrd="1" destOrd="0" parTransId="{BE12E551-CC02-42EC-9F72-6FE4D5EB1CC0}" sibTransId="{4A90457C-9624-4BB2-93C1-0D3C0DB5AE6F}"/>
    <dgm:cxn modelId="{EB0EE472-8CCC-4D0F-8C61-05034709FE89}" type="presOf" srcId="{735345DE-150A-4AA1-B1E3-416440FA5CF8}" destId="{14AC72FD-1696-4EDA-855E-FBCAFF3AB3C2}" srcOrd="0" destOrd="0" presId="urn:diagrams.loki3.com/BracketList+Icon#1"/>
    <dgm:cxn modelId="{6E7FEF8B-C534-400C-9E51-4BCEE467F524}" type="presOf" srcId="{1DBC2981-977B-468B-8BEF-58760A3CEFE9}" destId="{1B0F77D2-1C7D-4694-917B-92420EF68141}" srcOrd="0" destOrd="0" presId="urn:diagrams.loki3.com/BracketList+Icon#1"/>
    <dgm:cxn modelId="{CFD9E7AC-ED0E-402E-A47C-50C89D9F7BD7}" type="presOf" srcId="{DA5FB5D0-C9C9-491A-8191-D91307E0F7CC}" destId="{AB23A715-E77A-4DAB-82B0-A39ED48C0237}" srcOrd="0" destOrd="0" presId="urn:diagrams.loki3.com/BracketList+Icon#1"/>
    <dgm:cxn modelId="{E9A30AC4-97B2-48A6-A996-4DF9DAA50645}" srcId="{106F7C8B-AEFA-4AB4-86BC-FA5477EEABE7}" destId="{743BFA14-96D8-495F-975D-808C8C6056BE}" srcOrd="0" destOrd="0" parTransId="{E327CBCA-3598-463C-A48D-91CEA58718AD}" sibTransId="{D6A00D3E-46C8-4EF9-AFC3-06304A509370}"/>
    <dgm:cxn modelId="{67CADDCB-1BF6-446B-8B76-090D69579114}" type="presOf" srcId="{54FE965C-AAC0-4F8B-B7D6-F4A39E656AA0}" destId="{D61F0E83-B3E0-4A24-AD27-99B42F5C25C2}" srcOrd="0" destOrd="0" presId="urn:diagrams.loki3.com/BracketList+Icon#1"/>
    <dgm:cxn modelId="{22CEEACC-26B5-486D-B846-12CB432F85F4}" srcId="{4D322F87-FA4C-40F8-AA0D-862E603400E6}" destId="{735345DE-150A-4AA1-B1E3-416440FA5CF8}" srcOrd="1" destOrd="0" parTransId="{1E8E415B-A83E-4EF7-8775-65F94EE2EF8A}" sibTransId="{F4CE0450-D62F-4A5A-B0CC-EFF0AACDED41}"/>
    <dgm:cxn modelId="{A60AD5EB-922B-41B0-A8DF-DEAAD17DB9B5}" type="presOf" srcId="{0F14310C-DC6A-40F7-8A07-EE1920BE7A58}" destId="{54FD55A6-1012-45E6-88C3-9915C6FCEBF4}" srcOrd="0" destOrd="1" presId="urn:diagrams.loki3.com/BracketList+Icon#1"/>
    <dgm:cxn modelId="{DADCF0EC-FF76-4723-BE1C-3A063BB4E76D}" srcId="{6839C005-5577-4731-BFBE-1CF17D13E4DC}" destId="{F1D2BC10-FFBB-4114-8C35-8B19FC426FB9}" srcOrd="0" destOrd="0" parTransId="{FF9BDBBE-8157-4C1C-8875-58F290505047}" sibTransId="{BD01ADE0-A7D2-43C3-B006-75693FC5AC79}"/>
    <dgm:cxn modelId="{25526FF7-DF6F-4028-9102-15CB3F06FA1B}" srcId="{4D322F87-FA4C-40F8-AA0D-862E603400E6}" destId="{1DBC2981-977B-468B-8BEF-58760A3CEFE9}" srcOrd="2" destOrd="0" parTransId="{F5F5299C-E1E5-4269-A73B-39C0568E35BC}" sibTransId="{62544EF7-060D-424B-A2B4-C20967DFBADA}"/>
    <dgm:cxn modelId="{1194CFF7-7838-4F96-A0DA-7AFC8F018C60}" srcId="{4D322F87-FA4C-40F8-AA0D-862E603400E6}" destId="{9147449E-3F8C-4156-BAC1-1062F8E79F9E}" srcOrd="0" destOrd="0" parTransId="{BE398030-4A03-4D06-85CE-38B022DA4376}" sibTransId="{CF3C0DB1-4209-44F3-B83A-D119B7AE23BA}"/>
    <dgm:cxn modelId="{2D108EFB-9373-4C4B-BF02-5B9EE1594A34}" srcId="{4D322F87-FA4C-40F8-AA0D-862E603400E6}" destId="{106F7C8B-AEFA-4AB4-86BC-FA5477EEABE7}" srcOrd="3" destOrd="0" parTransId="{FC975CF7-4FA9-4F50-A2B3-52BAC4537A02}" sibTransId="{7883A10F-3892-4537-AD4A-9ED339A00B0E}"/>
    <dgm:cxn modelId="{CAD67BFF-25A2-4753-BC7E-8CF513B3C067}" srcId="{9147449E-3F8C-4156-BAC1-1062F8E79F9E}" destId="{6E4DF814-A638-40EF-847A-A5C369B9210D}" srcOrd="1" destOrd="0" parTransId="{EE9F22BA-811A-491D-98BC-AD56C1EEBE4B}" sibTransId="{3492A99B-ED5E-4A9C-BE49-AD03C0A8030C}"/>
    <dgm:cxn modelId="{BFD0633C-FA14-4E00-9283-0EDD07878B4D}" type="presParOf" srcId="{A6C8EAEC-D808-4C85-B490-6A9D3E615FD0}" destId="{695D4A84-160F-4BA9-9C36-093A56C7044E}" srcOrd="0" destOrd="0" presId="urn:diagrams.loki3.com/BracketList+Icon#1"/>
    <dgm:cxn modelId="{556625B1-177C-4D24-AC79-588C1BACE1B9}" type="presParOf" srcId="{695D4A84-160F-4BA9-9C36-093A56C7044E}" destId="{B60479CC-B8D2-4236-A7E2-0BAC7377A6C7}" srcOrd="0" destOrd="0" presId="urn:diagrams.loki3.com/BracketList+Icon#1"/>
    <dgm:cxn modelId="{290A8A31-164E-4463-B1B5-17D26EBFC024}" type="presParOf" srcId="{695D4A84-160F-4BA9-9C36-093A56C7044E}" destId="{25EA78B4-829E-41A2-AA79-40035CEB0FB4}" srcOrd="1" destOrd="0" presId="urn:diagrams.loki3.com/BracketList+Icon#1"/>
    <dgm:cxn modelId="{77BAED23-C3A2-4ACA-B6C5-6E2F2F015064}" type="presParOf" srcId="{695D4A84-160F-4BA9-9C36-093A56C7044E}" destId="{968FD943-0664-43E5-BA32-C06A069CF633}" srcOrd="2" destOrd="0" presId="urn:diagrams.loki3.com/BracketList+Icon#1"/>
    <dgm:cxn modelId="{AB94B60F-C9DD-4702-9F5B-71F78F933EBF}" type="presParOf" srcId="{695D4A84-160F-4BA9-9C36-093A56C7044E}" destId="{538E5D45-DEEE-4E97-8D7B-1F3A0814BD21}" srcOrd="3" destOrd="0" presId="urn:diagrams.loki3.com/BracketList+Icon#1"/>
    <dgm:cxn modelId="{4AF46A22-8BB8-4A50-89B1-62D2D8CED54F}" type="presParOf" srcId="{A6C8EAEC-D808-4C85-B490-6A9D3E615FD0}" destId="{F3CC7166-25B4-4254-9DD5-5F1726EBEA3B}" srcOrd="1" destOrd="0" presId="urn:diagrams.loki3.com/BracketList+Icon#1"/>
    <dgm:cxn modelId="{7F952A28-0EA2-4FBD-AAB0-F31EF5CDD3A9}" type="presParOf" srcId="{A6C8EAEC-D808-4C85-B490-6A9D3E615FD0}" destId="{2800C80F-88B2-436F-9173-0357EA004C6B}" srcOrd="2" destOrd="0" presId="urn:diagrams.loki3.com/BracketList+Icon#1"/>
    <dgm:cxn modelId="{713F9A22-63FB-4518-B20C-B780BC967677}" type="presParOf" srcId="{2800C80F-88B2-436F-9173-0357EA004C6B}" destId="{14AC72FD-1696-4EDA-855E-FBCAFF3AB3C2}" srcOrd="0" destOrd="0" presId="urn:diagrams.loki3.com/BracketList+Icon#1"/>
    <dgm:cxn modelId="{A8463AB7-8155-4C7F-BB54-B17DA29A8B73}" type="presParOf" srcId="{2800C80F-88B2-436F-9173-0357EA004C6B}" destId="{C52525CE-64E4-4632-98D2-B60236E69ADA}" srcOrd="1" destOrd="0" presId="urn:diagrams.loki3.com/BracketList+Icon#1"/>
    <dgm:cxn modelId="{779A4056-4213-4EDA-B7E3-C93C7295F2A8}" type="presParOf" srcId="{2800C80F-88B2-436F-9173-0357EA004C6B}" destId="{3F2D5DBC-49B5-433E-8226-EB12A8E82D3B}" srcOrd="2" destOrd="0" presId="urn:diagrams.loki3.com/BracketList+Icon#1"/>
    <dgm:cxn modelId="{D4F8C52E-7B53-45F1-98C6-7D37E63D0BA9}" type="presParOf" srcId="{2800C80F-88B2-436F-9173-0357EA004C6B}" destId="{AB23A715-E77A-4DAB-82B0-A39ED48C0237}" srcOrd="3" destOrd="0" presId="urn:diagrams.loki3.com/BracketList+Icon#1"/>
    <dgm:cxn modelId="{74AF2467-2D17-4A61-9A72-65F7D641D231}" type="presParOf" srcId="{A6C8EAEC-D808-4C85-B490-6A9D3E615FD0}" destId="{BAF65F1B-6BAC-4307-A8FE-0ACAE8F1D711}" srcOrd="3" destOrd="0" presId="urn:diagrams.loki3.com/BracketList+Icon#1"/>
    <dgm:cxn modelId="{5FED65C7-ED5E-4B1F-9074-FA00F5CC4C9C}" type="presParOf" srcId="{A6C8EAEC-D808-4C85-B490-6A9D3E615FD0}" destId="{BF5EA3F3-B47D-4504-8248-C10B277EED73}" srcOrd="4" destOrd="0" presId="urn:diagrams.loki3.com/BracketList+Icon#1"/>
    <dgm:cxn modelId="{DBE37F72-8608-4288-8795-1D7A3A030E46}" type="presParOf" srcId="{BF5EA3F3-B47D-4504-8248-C10B277EED73}" destId="{1B0F77D2-1C7D-4694-917B-92420EF68141}" srcOrd="0" destOrd="0" presId="urn:diagrams.loki3.com/BracketList+Icon#1"/>
    <dgm:cxn modelId="{2F8C0BFA-4A29-43A2-A060-58594BA30131}" type="presParOf" srcId="{BF5EA3F3-B47D-4504-8248-C10B277EED73}" destId="{F686B2AF-FFFF-41FE-828B-4DA943258934}" srcOrd="1" destOrd="0" presId="urn:diagrams.loki3.com/BracketList+Icon#1"/>
    <dgm:cxn modelId="{FA6B1FAD-3B67-4D2E-B2EE-6536B05C777A}" type="presParOf" srcId="{BF5EA3F3-B47D-4504-8248-C10B277EED73}" destId="{6344226A-826D-4D1F-A9C8-A76C0DE091AA}" srcOrd="2" destOrd="0" presId="urn:diagrams.loki3.com/BracketList+Icon#1"/>
    <dgm:cxn modelId="{C8BA3C4D-F075-44D2-A695-BABD9076D642}" type="presParOf" srcId="{BF5EA3F3-B47D-4504-8248-C10B277EED73}" destId="{D61F0E83-B3E0-4A24-AD27-99B42F5C25C2}" srcOrd="3" destOrd="0" presId="urn:diagrams.loki3.com/BracketList+Icon#1"/>
    <dgm:cxn modelId="{304E4FFE-E5EA-42FA-AFD4-3FC830954387}" type="presParOf" srcId="{A6C8EAEC-D808-4C85-B490-6A9D3E615FD0}" destId="{193160C3-640B-45E1-889F-46D5B998459D}" srcOrd="5" destOrd="0" presId="urn:diagrams.loki3.com/BracketList+Icon#1"/>
    <dgm:cxn modelId="{C8C058F9-0871-432D-A147-9FC3D643A068}" type="presParOf" srcId="{A6C8EAEC-D808-4C85-B490-6A9D3E615FD0}" destId="{88F19309-52EF-4A7E-9507-D0C334387561}" srcOrd="6" destOrd="0" presId="urn:diagrams.loki3.com/BracketList+Icon#1"/>
    <dgm:cxn modelId="{636441FF-E150-42C6-9849-0FAFDDD9203F}" type="presParOf" srcId="{88F19309-52EF-4A7E-9507-D0C334387561}" destId="{C95BBA2E-2AA2-42EF-8410-E116C65ADE2D}" srcOrd="0" destOrd="0" presId="urn:diagrams.loki3.com/BracketList+Icon#1"/>
    <dgm:cxn modelId="{663553D1-1024-4262-BABF-02F115AAB9CC}" type="presParOf" srcId="{88F19309-52EF-4A7E-9507-D0C334387561}" destId="{A003C707-B0A8-457D-94C9-54CC7F025B49}" srcOrd="1" destOrd="0" presId="urn:diagrams.loki3.com/BracketList+Icon#1"/>
    <dgm:cxn modelId="{FFE13298-45E1-498E-AA9C-6C68C27B9F37}" type="presParOf" srcId="{88F19309-52EF-4A7E-9507-D0C334387561}" destId="{F9426BDD-BF60-4D55-908C-028DAEE7CCDD}" srcOrd="2" destOrd="0" presId="urn:diagrams.loki3.com/BracketList+Icon#1"/>
    <dgm:cxn modelId="{DB473973-271A-418F-B381-4B846EB1359D}" type="presParOf" srcId="{88F19309-52EF-4A7E-9507-D0C334387561}" destId="{54FD55A6-1012-45E6-88C3-9915C6FCEBF4}" srcOrd="3" destOrd="0" presId="urn:diagrams.loki3.com/BracketList+Icon#1"/>
    <dgm:cxn modelId="{5D66A2B3-1788-482A-83B7-2BA0DE5E8396}" type="presParOf" srcId="{A6C8EAEC-D808-4C85-B490-6A9D3E615FD0}" destId="{BAAEFF51-EBE5-468E-BCD5-C9C66FD97863}" srcOrd="7" destOrd="0" presId="urn:diagrams.loki3.com/BracketList+Icon#1"/>
    <dgm:cxn modelId="{3DAEA626-4CAB-44D4-A8D1-0C3E72756BDF}" type="presParOf" srcId="{A6C8EAEC-D808-4C85-B490-6A9D3E615FD0}" destId="{2449B145-B52D-40AC-800B-6258EB8299BB}" srcOrd="8" destOrd="0" presId="urn:diagrams.loki3.com/BracketList+Icon#1"/>
    <dgm:cxn modelId="{B9A71E99-F885-48EE-AEFD-B4AA7105DB9E}" type="presParOf" srcId="{2449B145-B52D-40AC-800B-6258EB8299BB}" destId="{DD4823A7-A53F-4021-8414-EBC1772FE12C}" srcOrd="0" destOrd="0" presId="urn:diagrams.loki3.com/BracketList+Icon#1"/>
    <dgm:cxn modelId="{6DF35DCD-C999-475E-BC3F-FB6F9EABCD1B}" type="presParOf" srcId="{2449B145-B52D-40AC-800B-6258EB8299BB}" destId="{9E11A470-A30B-450E-8129-676C8153CF49}" srcOrd="1" destOrd="0" presId="urn:diagrams.loki3.com/BracketList+Icon#1"/>
    <dgm:cxn modelId="{7369CB54-0636-44FD-8924-FF83292297FB}" type="presParOf" srcId="{2449B145-B52D-40AC-800B-6258EB8299BB}" destId="{A79E30B6-CDD5-41C7-8F62-3E5B774E1475}" srcOrd="2" destOrd="0" presId="urn:diagrams.loki3.com/BracketList+Icon#1"/>
    <dgm:cxn modelId="{02891F2F-AAED-4F6B-BC13-4278D652634C}" type="presParOf" srcId="{2449B145-B52D-40AC-800B-6258EB8299BB}" destId="{16752C0E-8C27-41FA-91E3-83F83CB5CEDA}" srcOrd="3" destOrd="0" presId="urn:diagrams.loki3.com/BracketList+Icon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D322F87-FA4C-40F8-AA0D-862E603400E6}" type="doc">
      <dgm:prSet loTypeId="urn:diagrams.loki3.com/BracketList+Icon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106F7C8B-AEFA-4AB4-86BC-FA5477EEABE7}">
      <dgm:prSet phldrT="[Texto]" custT="1"/>
      <dgm:spPr/>
      <dgm:t>
        <a:bodyPr/>
        <a:lstStyle/>
        <a:p>
          <a:r>
            <a:rPr lang="es-ES_tradnl" sz="1800" b="1" dirty="0"/>
            <a:t>Contacto directo</a:t>
          </a:r>
          <a:endParaRPr lang="es-ES" sz="1800" b="1" dirty="0"/>
        </a:p>
      </dgm:t>
    </dgm:pt>
    <dgm:pt modelId="{FC975CF7-4FA9-4F50-A2B3-52BAC4537A02}" type="parTrans" cxnId="{2D108EFB-9373-4C4B-BF02-5B9EE1594A34}">
      <dgm:prSet/>
      <dgm:spPr/>
      <dgm:t>
        <a:bodyPr/>
        <a:lstStyle/>
        <a:p>
          <a:endParaRPr lang="es-ES" sz="1800"/>
        </a:p>
      </dgm:t>
    </dgm:pt>
    <dgm:pt modelId="{7883A10F-3892-4537-AD4A-9ED339A00B0E}" type="sibTrans" cxnId="{2D108EFB-9373-4C4B-BF02-5B9EE1594A34}">
      <dgm:prSet/>
      <dgm:spPr/>
      <dgm:t>
        <a:bodyPr/>
        <a:lstStyle/>
        <a:p>
          <a:endParaRPr lang="es-ES" sz="1800"/>
        </a:p>
      </dgm:t>
    </dgm:pt>
    <dgm:pt modelId="{743BFA14-96D8-495F-975D-808C8C6056BE}">
      <dgm:prSet phldrT="[Texto]" custT="1"/>
      <dgm:spPr/>
      <dgm:t>
        <a:bodyPr/>
        <a:lstStyle/>
        <a:p>
          <a:r>
            <a:rPr lang="es-ES_tradnl" sz="1800" dirty="0"/>
            <a:t>Cuando se tocan partes activas de la red que están en tensión </a:t>
          </a:r>
          <a:endParaRPr lang="es-ES" sz="1800" dirty="0"/>
        </a:p>
      </dgm:t>
    </dgm:pt>
    <dgm:pt modelId="{E327CBCA-3598-463C-A48D-91CEA58718AD}" type="parTrans" cxnId="{E9A30AC4-97B2-48A6-A996-4DF9DAA50645}">
      <dgm:prSet/>
      <dgm:spPr/>
      <dgm:t>
        <a:bodyPr/>
        <a:lstStyle/>
        <a:p>
          <a:endParaRPr lang="es-ES" sz="1800"/>
        </a:p>
      </dgm:t>
    </dgm:pt>
    <dgm:pt modelId="{D6A00D3E-46C8-4EF9-AFC3-06304A509370}" type="sibTrans" cxnId="{E9A30AC4-97B2-48A6-A996-4DF9DAA50645}">
      <dgm:prSet/>
      <dgm:spPr/>
      <dgm:t>
        <a:bodyPr/>
        <a:lstStyle/>
        <a:p>
          <a:endParaRPr lang="es-ES" sz="1800"/>
        </a:p>
      </dgm:t>
    </dgm:pt>
    <dgm:pt modelId="{6839C005-5577-4731-BFBE-1CF17D13E4DC}">
      <dgm:prSet phldrT="[Texto]" custT="1"/>
      <dgm:spPr/>
      <dgm:t>
        <a:bodyPr/>
        <a:lstStyle/>
        <a:p>
          <a:r>
            <a:rPr lang="es-ES_tradnl" sz="1800" b="1" dirty="0"/>
            <a:t>Contacto indirecto</a:t>
          </a:r>
          <a:endParaRPr lang="es-ES" sz="1800" b="1" dirty="0"/>
        </a:p>
      </dgm:t>
    </dgm:pt>
    <dgm:pt modelId="{EFEE4A0F-9A8D-4874-99E7-82A889BF5C39}" type="parTrans" cxnId="{E518076E-A0AA-42AB-AAA1-8DFA2282AF73}">
      <dgm:prSet/>
      <dgm:spPr/>
      <dgm:t>
        <a:bodyPr/>
        <a:lstStyle/>
        <a:p>
          <a:endParaRPr lang="es-ES" sz="1800"/>
        </a:p>
      </dgm:t>
    </dgm:pt>
    <dgm:pt modelId="{88F18BEF-7A1F-4FD2-9AD5-AE4225039990}" type="sibTrans" cxnId="{E518076E-A0AA-42AB-AAA1-8DFA2282AF73}">
      <dgm:prSet/>
      <dgm:spPr/>
      <dgm:t>
        <a:bodyPr/>
        <a:lstStyle/>
        <a:p>
          <a:endParaRPr lang="es-ES" sz="1800"/>
        </a:p>
      </dgm:t>
    </dgm:pt>
    <dgm:pt modelId="{F1D2BC10-FFBB-4114-8C35-8B19FC426FB9}">
      <dgm:prSet phldrT="[Texto]" custT="1"/>
      <dgm:spPr/>
      <dgm:t>
        <a:bodyPr/>
        <a:lstStyle/>
        <a:p>
          <a:r>
            <a:rPr lang="es-ES_tradnl" sz="1800" dirty="0"/>
            <a:t>Cuando se toca un dispositivo que normalmente no conduce la electricidad, pero sí que por algún fallo la conduce</a:t>
          </a:r>
          <a:endParaRPr lang="es-ES" sz="1800" dirty="0"/>
        </a:p>
      </dgm:t>
    </dgm:pt>
    <dgm:pt modelId="{FF9BDBBE-8157-4C1C-8875-58F290505047}" type="parTrans" cxnId="{DADCF0EC-FF76-4723-BE1C-3A063BB4E76D}">
      <dgm:prSet/>
      <dgm:spPr/>
      <dgm:t>
        <a:bodyPr/>
        <a:lstStyle/>
        <a:p>
          <a:endParaRPr lang="es-ES" sz="1800"/>
        </a:p>
      </dgm:t>
    </dgm:pt>
    <dgm:pt modelId="{BD01ADE0-A7D2-43C3-B006-75693FC5AC79}" type="sibTrans" cxnId="{DADCF0EC-FF76-4723-BE1C-3A063BB4E76D}">
      <dgm:prSet/>
      <dgm:spPr/>
      <dgm:t>
        <a:bodyPr/>
        <a:lstStyle/>
        <a:p>
          <a:endParaRPr lang="es-ES" sz="1800"/>
        </a:p>
      </dgm:t>
    </dgm:pt>
    <dgm:pt modelId="{1F736FF2-9059-4F60-B78E-808B33C852E7}">
      <dgm:prSet phldrT="[Texto]" custT="1"/>
      <dgm:spPr/>
      <dgm:t>
        <a:bodyPr/>
        <a:lstStyle/>
        <a:p>
          <a:r>
            <a:rPr lang="es-ES_tradnl" sz="1800" b="1" dirty="0"/>
            <a:t>Contacto de alta tensión</a:t>
          </a:r>
          <a:endParaRPr lang="es-ES" sz="1800" b="1" dirty="0"/>
        </a:p>
      </dgm:t>
    </dgm:pt>
    <dgm:pt modelId="{6E5A3A9C-0AC6-49C2-8CE4-CF2D2F0C54B3}" type="parTrans" cxnId="{78F92DF3-CFD5-421F-A17B-105D0C195401}">
      <dgm:prSet/>
      <dgm:spPr/>
      <dgm:t>
        <a:bodyPr/>
        <a:lstStyle/>
        <a:p>
          <a:endParaRPr lang="es-ES" sz="1800"/>
        </a:p>
      </dgm:t>
    </dgm:pt>
    <dgm:pt modelId="{44B6886E-39E0-4D9D-8BE1-F570417B7C52}" type="sibTrans" cxnId="{78F92DF3-CFD5-421F-A17B-105D0C195401}">
      <dgm:prSet/>
      <dgm:spPr/>
      <dgm:t>
        <a:bodyPr/>
        <a:lstStyle/>
        <a:p>
          <a:endParaRPr lang="es-ES" sz="1800"/>
        </a:p>
      </dgm:t>
    </dgm:pt>
    <dgm:pt modelId="{23ED9679-8642-4473-A8A8-24C5E7FAB939}">
      <dgm:prSet phldrT="[Texto]" custT="1"/>
      <dgm:spPr/>
      <dgm:t>
        <a:bodyPr/>
        <a:lstStyle/>
        <a:p>
          <a:r>
            <a:rPr lang="es-ES_tradnl" sz="1800" dirty="0"/>
            <a:t>Por acercamiento a dispositivos de más de 1.000 voltios. Descarga a través del aire. </a:t>
          </a:r>
          <a:endParaRPr lang="es-ES" sz="1800" dirty="0"/>
        </a:p>
      </dgm:t>
    </dgm:pt>
    <dgm:pt modelId="{9B3C01BE-68CB-487F-A9CF-380B45548439}" type="parTrans" cxnId="{E26E020B-D4A4-4C13-B7A0-39235FE07193}">
      <dgm:prSet/>
      <dgm:spPr/>
      <dgm:t>
        <a:bodyPr/>
        <a:lstStyle/>
        <a:p>
          <a:endParaRPr lang="es-ES" sz="1800"/>
        </a:p>
      </dgm:t>
    </dgm:pt>
    <dgm:pt modelId="{D1C6D8BB-A311-43CE-AD47-1CD6827A307C}" type="sibTrans" cxnId="{E26E020B-D4A4-4C13-B7A0-39235FE07193}">
      <dgm:prSet/>
      <dgm:spPr/>
      <dgm:t>
        <a:bodyPr/>
        <a:lstStyle/>
        <a:p>
          <a:endParaRPr lang="es-ES" sz="1800"/>
        </a:p>
      </dgm:t>
    </dgm:pt>
    <dgm:pt modelId="{A6C8EAEC-D808-4C85-B490-6A9D3E615FD0}" type="pres">
      <dgm:prSet presAssocID="{4D322F87-FA4C-40F8-AA0D-862E603400E6}" presName="Name0" presStyleCnt="0">
        <dgm:presLayoutVars>
          <dgm:dir/>
          <dgm:animLvl val="lvl"/>
          <dgm:resizeHandles val="exact"/>
        </dgm:presLayoutVars>
      </dgm:prSet>
      <dgm:spPr/>
    </dgm:pt>
    <dgm:pt modelId="{88F19309-52EF-4A7E-9507-D0C334387561}" type="pres">
      <dgm:prSet presAssocID="{106F7C8B-AEFA-4AB4-86BC-FA5477EEABE7}" presName="linNode" presStyleCnt="0"/>
      <dgm:spPr/>
    </dgm:pt>
    <dgm:pt modelId="{C95BBA2E-2AA2-42EF-8410-E116C65ADE2D}" type="pres">
      <dgm:prSet presAssocID="{106F7C8B-AEFA-4AB4-86BC-FA5477EEABE7}" presName="parTx" presStyleLbl="revTx" presStyleIdx="0" presStyleCnt="3">
        <dgm:presLayoutVars>
          <dgm:chMax val="1"/>
          <dgm:bulletEnabled val="1"/>
        </dgm:presLayoutVars>
      </dgm:prSet>
      <dgm:spPr/>
    </dgm:pt>
    <dgm:pt modelId="{A003C707-B0A8-457D-94C9-54CC7F025B49}" type="pres">
      <dgm:prSet presAssocID="{106F7C8B-AEFA-4AB4-86BC-FA5477EEABE7}" presName="bracket" presStyleLbl="parChTrans1D1" presStyleIdx="0" presStyleCnt="3"/>
      <dgm:spPr/>
    </dgm:pt>
    <dgm:pt modelId="{F9426BDD-BF60-4D55-908C-028DAEE7CCDD}" type="pres">
      <dgm:prSet presAssocID="{106F7C8B-AEFA-4AB4-86BC-FA5477EEABE7}" presName="spH" presStyleCnt="0"/>
      <dgm:spPr/>
    </dgm:pt>
    <dgm:pt modelId="{54FD55A6-1012-45E6-88C3-9915C6FCEBF4}" type="pres">
      <dgm:prSet presAssocID="{106F7C8B-AEFA-4AB4-86BC-FA5477EEABE7}" presName="desTx" presStyleLbl="node1" presStyleIdx="0" presStyleCnt="3">
        <dgm:presLayoutVars>
          <dgm:bulletEnabled val="1"/>
        </dgm:presLayoutVars>
      </dgm:prSet>
      <dgm:spPr/>
    </dgm:pt>
    <dgm:pt modelId="{BAAEFF51-EBE5-468E-BCD5-C9C66FD97863}" type="pres">
      <dgm:prSet presAssocID="{7883A10F-3892-4537-AD4A-9ED339A00B0E}" presName="spV" presStyleCnt="0"/>
      <dgm:spPr/>
    </dgm:pt>
    <dgm:pt modelId="{2449B145-B52D-40AC-800B-6258EB8299BB}" type="pres">
      <dgm:prSet presAssocID="{6839C005-5577-4731-BFBE-1CF17D13E4DC}" presName="linNode" presStyleCnt="0"/>
      <dgm:spPr/>
    </dgm:pt>
    <dgm:pt modelId="{DD4823A7-A53F-4021-8414-EBC1772FE12C}" type="pres">
      <dgm:prSet presAssocID="{6839C005-5577-4731-BFBE-1CF17D13E4DC}" presName="parTx" presStyleLbl="revTx" presStyleIdx="1" presStyleCnt="3">
        <dgm:presLayoutVars>
          <dgm:chMax val="1"/>
          <dgm:bulletEnabled val="1"/>
        </dgm:presLayoutVars>
      </dgm:prSet>
      <dgm:spPr/>
    </dgm:pt>
    <dgm:pt modelId="{9E11A470-A30B-450E-8129-676C8153CF49}" type="pres">
      <dgm:prSet presAssocID="{6839C005-5577-4731-BFBE-1CF17D13E4DC}" presName="bracket" presStyleLbl="parChTrans1D1" presStyleIdx="1" presStyleCnt="3"/>
      <dgm:spPr/>
    </dgm:pt>
    <dgm:pt modelId="{A79E30B6-CDD5-41C7-8F62-3E5B774E1475}" type="pres">
      <dgm:prSet presAssocID="{6839C005-5577-4731-BFBE-1CF17D13E4DC}" presName="spH" presStyleCnt="0"/>
      <dgm:spPr/>
    </dgm:pt>
    <dgm:pt modelId="{16752C0E-8C27-41FA-91E3-83F83CB5CEDA}" type="pres">
      <dgm:prSet presAssocID="{6839C005-5577-4731-BFBE-1CF17D13E4DC}" presName="desTx" presStyleLbl="node1" presStyleIdx="1" presStyleCnt="3">
        <dgm:presLayoutVars>
          <dgm:bulletEnabled val="1"/>
        </dgm:presLayoutVars>
      </dgm:prSet>
      <dgm:spPr/>
    </dgm:pt>
    <dgm:pt modelId="{0B7B4EDA-2AB7-458C-B992-01A3E2CFC7CC}" type="pres">
      <dgm:prSet presAssocID="{88F18BEF-7A1F-4FD2-9AD5-AE4225039990}" presName="spV" presStyleCnt="0"/>
      <dgm:spPr/>
    </dgm:pt>
    <dgm:pt modelId="{95B791EC-A81E-4DC7-B268-DC206FA14F45}" type="pres">
      <dgm:prSet presAssocID="{1F736FF2-9059-4F60-B78E-808B33C852E7}" presName="linNode" presStyleCnt="0"/>
      <dgm:spPr/>
    </dgm:pt>
    <dgm:pt modelId="{36FF16BC-B09B-407B-AF54-4BCD62A47BA2}" type="pres">
      <dgm:prSet presAssocID="{1F736FF2-9059-4F60-B78E-808B33C852E7}" presName="parTx" presStyleLbl="revTx" presStyleIdx="2" presStyleCnt="3">
        <dgm:presLayoutVars>
          <dgm:chMax val="1"/>
          <dgm:bulletEnabled val="1"/>
        </dgm:presLayoutVars>
      </dgm:prSet>
      <dgm:spPr/>
    </dgm:pt>
    <dgm:pt modelId="{2AB7B940-0664-4E57-828B-BDDAB46613F7}" type="pres">
      <dgm:prSet presAssocID="{1F736FF2-9059-4F60-B78E-808B33C852E7}" presName="bracket" presStyleLbl="parChTrans1D1" presStyleIdx="2" presStyleCnt="3"/>
      <dgm:spPr/>
    </dgm:pt>
    <dgm:pt modelId="{D82154E3-DCBC-4AB3-9875-6CC2C9B0C1DB}" type="pres">
      <dgm:prSet presAssocID="{1F736FF2-9059-4F60-B78E-808B33C852E7}" presName="spH" presStyleCnt="0"/>
      <dgm:spPr/>
    </dgm:pt>
    <dgm:pt modelId="{9E50AECA-6D7E-4A6B-8B86-33FBC42D5C24}" type="pres">
      <dgm:prSet presAssocID="{1F736FF2-9059-4F60-B78E-808B33C852E7}" presName="desTx" presStyleLbl="node1" presStyleIdx="2" presStyleCnt="3">
        <dgm:presLayoutVars>
          <dgm:bulletEnabled val="1"/>
        </dgm:presLayoutVars>
      </dgm:prSet>
      <dgm:spPr/>
    </dgm:pt>
  </dgm:ptLst>
  <dgm:cxnLst>
    <dgm:cxn modelId="{E26E020B-D4A4-4C13-B7A0-39235FE07193}" srcId="{1F736FF2-9059-4F60-B78E-808B33C852E7}" destId="{23ED9679-8642-4473-A8A8-24C5E7FAB939}" srcOrd="0" destOrd="0" parTransId="{9B3C01BE-68CB-487F-A9CF-380B45548439}" sibTransId="{D1C6D8BB-A311-43CE-AD47-1CD6827A307C}"/>
    <dgm:cxn modelId="{1E49713B-132F-4C77-AB65-CD5DEB141160}" type="presOf" srcId="{6839C005-5577-4731-BFBE-1CF17D13E4DC}" destId="{DD4823A7-A53F-4021-8414-EBC1772FE12C}" srcOrd="0" destOrd="0" presId="urn:diagrams.loki3.com/BracketList+Icon#2"/>
    <dgm:cxn modelId="{E518076E-A0AA-42AB-AAA1-8DFA2282AF73}" srcId="{4D322F87-FA4C-40F8-AA0D-862E603400E6}" destId="{6839C005-5577-4731-BFBE-1CF17D13E4DC}" srcOrd="1" destOrd="0" parTransId="{EFEE4A0F-9A8D-4874-99E7-82A889BF5C39}" sibTransId="{88F18BEF-7A1F-4FD2-9AD5-AE4225039990}"/>
    <dgm:cxn modelId="{46D33B56-66D7-4760-B6EE-20AEEC8F672E}" type="presOf" srcId="{23ED9679-8642-4473-A8A8-24C5E7FAB939}" destId="{9E50AECA-6D7E-4A6B-8B86-33FBC42D5C24}" srcOrd="0" destOrd="0" presId="urn:diagrams.loki3.com/BracketList+Icon#2"/>
    <dgm:cxn modelId="{31F59E86-CC46-4A43-B468-E69A84BA328D}" type="presOf" srcId="{743BFA14-96D8-495F-975D-808C8C6056BE}" destId="{54FD55A6-1012-45E6-88C3-9915C6FCEBF4}" srcOrd="0" destOrd="0" presId="urn:diagrams.loki3.com/BracketList+Icon#2"/>
    <dgm:cxn modelId="{21FD399A-67FC-43BB-B672-65CB6F12E72A}" type="presOf" srcId="{106F7C8B-AEFA-4AB4-86BC-FA5477EEABE7}" destId="{C95BBA2E-2AA2-42EF-8410-E116C65ADE2D}" srcOrd="0" destOrd="0" presId="urn:diagrams.loki3.com/BracketList+Icon#2"/>
    <dgm:cxn modelId="{3E6629A1-40EF-4F9A-9DC0-1C64BE49D906}" type="presOf" srcId="{1F736FF2-9059-4F60-B78E-808B33C852E7}" destId="{36FF16BC-B09B-407B-AF54-4BCD62A47BA2}" srcOrd="0" destOrd="0" presId="urn:diagrams.loki3.com/BracketList+Icon#2"/>
    <dgm:cxn modelId="{E9A30AC4-97B2-48A6-A996-4DF9DAA50645}" srcId="{106F7C8B-AEFA-4AB4-86BC-FA5477EEABE7}" destId="{743BFA14-96D8-495F-975D-808C8C6056BE}" srcOrd="0" destOrd="0" parTransId="{E327CBCA-3598-463C-A48D-91CEA58718AD}" sibTransId="{D6A00D3E-46C8-4EF9-AFC3-06304A509370}"/>
    <dgm:cxn modelId="{4B8ABACD-64EE-4A9F-9329-E74CBA77B4AE}" type="presOf" srcId="{4D322F87-FA4C-40F8-AA0D-862E603400E6}" destId="{A6C8EAEC-D808-4C85-B490-6A9D3E615FD0}" srcOrd="0" destOrd="0" presId="urn:diagrams.loki3.com/BracketList+Icon#2"/>
    <dgm:cxn modelId="{DADCF0EC-FF76-4723-BE1C-3A063BB4E76D}" srcId="{6839C005-5577-4731-BFBE-1CF17D13E4DC}" destId="{F1D2BC10-FFBB-4114-8C35-8B19FC426FB9}" srcOrd="0" destOrd="0" parTransId="{FF9BDBBE-8157-4C1C-8875-58F290505047}" sibTransId="{BD01ADE0-A7D2-43C3-B006-75693FC5AC79}"/>
    <dgm:cxn modelId="{78F92DF3-CFD5-421F-A17B-105D0C195401}" srcId="{4D322F87-FA4C-40F8-AA0D-862E603400E6}" destId="{1F736FF2-9059-4F60-B78E-808B33C852E7}" srcOrd="2" destOrd="0" parTransId="{6E5A3A9C-0AC6-49C2-8CE4-CF2D2F0C54B3}" sibTransId="{44B6886E-39E0-4D9D-8BE1-F570417B7C52}"/>
    <dgm:cxn modelId="{3E123BF9-7F5D-449A-9DDD-3B09A750ED77}" type="presOf" srcId="{F1D2BC10-FFBB-4114-8C35-8B19FC426FB9}" destId="{16752C0E-8C27-41FA-91E3-83F83CB5CEDA}" srcOrd="0" destOrd="0" presId="urn:diagrams.loki3.com/BracketList+Icon#2"/>
    <dgm:cxn modelId="{2D108EFB-9373-4C4B-BF02-5B9EE1594A34}" srcId="{4D322F87-FA4C-40F8-AA0D-862E603400E6}" destId="{106F7C8B-AEFA-4AB4-86BC-FA5477EEABE7}" srcOrd="0" destOrd="0" parTransId="{FC975CF7-4FA9-4F50-A2B3-52BAC4537A02}" sibTransId="{7883A10F-3892-4537-AD4A-9ED339A00B0E}"/>
    <dgm:cxn modelId="{4F56178C-8661-46CB-A8FE-D71237EAD37E}" type="presParOf" srcId="{A6C8EAEC-D808-4C85-B490-6A9D3E615FD0}" destId="{88F19309-52EF-4A7E-9507-D0C334387561}" srcOrd="0" destOrd="0" presId="urn:diagrams.loki3.com/BracketList+Icon#2"/>
    <dgm:cxn modelId="{FAC57BC0-7A62-4E99-8037-0981153D38CA}" type="presParOf" srcId="{88F19309-52EF-4A7E-9507-D0C334387561}" destId="{C95BBA2E-2AA2-42EF-8410-E116C65ADE2D}" srcOrd="0" destOrd="0" presId="urn:diagrams.loki3.com/BracketList+Icon#2"/>
    <dgm:cxn modelId="{9DA9DC93-1AC9-4375-A94F-DD222F0A6FFE}" type="presParOf" srcId="{88F19309-52EF-4A7E-9507-D0C334387561}" destId="{A003C707-B0A8-457D-94C9-54CC7F025B49}" srcOrd="1" destOrd="0" presId="urn:diagrams.loki3.com/BracketList+Icon#2"/>
    <dgm:cxn modelId="{06558603-0051-43E7-A7E5-0FCC9C365498}" type="presParOf" srcId="{88F19309-52EF-4A7E-9507-D0C334387561}" destId="{F9426BDD-BF60-4D55-908C-028DAEE7CCDD}" srcOrd="2" destOrd="0" presId="urn:diagrams.loki3.com/BracketList+Icon#2"/>
    <dgm:cxn modelId="{AC2C58AE-B1A0-439C-8666-6540F11B0D98}" type="presParOf" srcId="{88F19309-52EF-4A7E-9507-D0C334387561}" destId="{54FD55A6-1012-45E6-88C3-9915C6FCEBF4}" srcOrd="3" destOrd="0" presId="urn:diagrams.loki3.com/BracketList+Icon#2"/>
    <dgm:cxn modelId="{149AE0D1-8FE1-4658-907C-CFBE773D9035}" type="presParOf" srcId="{A6C8EAEC-D808-4C85-B490-6A9D3E615FD0}" destId="{BAAEFF51-EBE5-468E-BCD5-C9C66FD97863}" srcOrd="1" destOrd="0" presId="urn:diagrams.loki3.com/BracketList+Icon#2"/>
    <dgm:cxn modelId="{FB8E250D-0EB3-4E57-A275-F8B3B57BB5DB}" type="presParOf" srcId="{A6C8EAEC-D808-4C85-B490-6A9D3E615FD0}" destId="{2449B145-B52D-40AC-800B-6258EB8299BB}" srcOrd="2" destOrd="0" presId="urn:diagrams.loki3.com/BracketList+Icon#2"/>
    <dgm:cxn modelId="{08062FA1-9062-485A-BAD1-983018491B00}" type="presParOf" srcId="{2449B145-B52D-40AC-800B-6258EB8299BB}" destId="{DD4823A7-A53F-4021-8414-EBC1772FE12C}" srcOrd="0" destOrd="0" presId="urn:diagrams.loki3.com/BracketList+Icon#2"/>
    <dgm:cxn modelId="{A2FE079A-1EFE-4E3F-8826-91873CD61390}" type="presParOf" srcId="{2449B145-B52D-40AC-800B-6258EB8299BB}" destId="{9E11A470-A30B-450E-8129-676C8153CF49}" srcOrd="1" destOrd="0" presId="urn:diagrams.loki3.com/BracketList+Icon#2"/>
    <dgm:cxn modelId="{E71CD30C-CEE6-4946-816A-F827DAA3E721}" type="presParOf" srcId="{2449B145-B52D-40AC-800B-6258EB8299BB}" destId="{A79E30B6-CDD5-41C7-8F62-3E5B774E1475}" srcOrd="2" destOrd="0" presId="urn:diagrams.loki3.com/BracketList+Icon#2"/>
    <dgm:cxn modelId="{40B07046-936C-43BA-82C8-FE9EFB97FB53}" type="presParOf" srcId="{2449B145-B52D-40AC-800B-6258EB8299BB}" destId="{16752C0E-8C27-41FA-91E3-83F83CB5CEDA}" srcOrd="3" destOrd="0" presId="urn:diagrams.loki3.com/BracketList+Icon#2"/>
    <dgm:cxn modelId="{ABC355B8-094E-479C-B270-E9E78D94868E}" type="presParOf" srcId="{A6C8EAEC-D808-4C85-B490-6A9D3E615FD0}" destId="{0B7B4EDA-2AB7-458C-B992-01A3E2CFC7CC}" srcOrd="3" destOrd="0" presId="urn:diagrams.loki3.com/BracketList+Icon#2"/>
    <dgm:cxn modelId="{F3E45DE2-B256-4800-A9AB-C19BA5DF1932}" type="presParOf" srcId="{A6C8EAEC-D808-4C85-B490-6A9D3E615FD0}" destId="{95B791EC-A81E-4DC7-B268-DC206FA14F45}" srcOrd="4" destOrd="0" presId="urn:diagrams.loki3.com/BracketList+Icon#2"/>
    <dgm:cxn modelId="{C4B7731A-8C6E-499B-B94C-D648FA020B85}" type="presParOf" srcId="{95B791EC-A81E-4DC7-B268-DC206FA14F45}" destId="{36FF16BC-B09B-407B-AF54-4BCD62A47BA2}" srcOrd="0" destOrd="0" presId="urn:diagrams.loki3.com/BracketList+Icon#2"/>
    <dgm:cxn modelId="{A1274CC7-A041-4070-A7B0-2865AF3FE7B9}" type="presParOf" srcId="{95B791EC-A81E-4DC7-B268-DC206FA14F45}" destId="{2AB7B940-0664-4E57-828B-BDDAB46613F7}" srcOrd="1" destOrd="0" presId="urn:diagrams.loki3.com/BracketList+Icon#2"/>
    <dgm:cxn modelId="{61A2F163-26A1-4B09-ABCE-392FD93F9B86}" type="presParOf" srcId="{95B791EC-A81E-4DC7-B268-DC206FA14F45}" destId="{D82154E3-DCBC-4AB3-9875-6CC2C9B0C1DB}" srcOrd="2" destOrd="0" presId="urn:diagrams.loki3.com/BracketList+Icon#2"/>
    <dgm:cxn modelId="{C33C69FC-C1A5-40BB-AE92-C43EFCBD0B60}" type="presParOf" srcId="{95B791EC-A81E-4DC7-B268-DC206FA14F45}" destId="{9E50AECA-6D7E-4A6B-8B86-33FBC42D5C24}" srcOrd="3" destOrd="0" presId="urn:diagrams.loki3.com/BracketList+Icon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5A75FE9-7939-4605-A844-E71AF6EDD1B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ES"/>
        </a:p>
      </dgm:t>
    </dgm:pt>
    <dgm:pt modelId="{4267476D-AAAD-4611-ACC3-1FFBD70FA55F}">
      <dgm:prSet phldrT="[Texto]"/>
      <dgm:spPr/>
      <dgm:t>
        <a:bodyPr/>
        <a:lstStyle/>
        <a:p>
          <a:r>
            <a:rPr lang="es-ES_tradnl" b="1" dirty="0"/>
            <a:t>Riesgos derivados de las condiciones medioambientales</a:t>
          </a:r>
          <a:endParaRPr lang="es-ES" b="1" dirty="0"/>
        </a:p>
      </dgm:t>
    </dgm:pt>
    <dgm:pt modelId="{2D146929-AC74-49CC-B4E9-DB5B1FCD729D}" type="parTrans" cxnId="{3A0C0529-D598-4084-9E37-CD32435A9199}">
      <dgm:prSet/>
      <dgm:spPr/>
      <dgm:t>
        <a:bodyPr/>
        <a:lstStyle/>
        <a:p>
          <a:endParaRPr lang="es-ES" b="1"/>
        </a:p>
      </dgm:t>
    </dgm:pt>
    <dgm:pt modelId="{052220F8-E0E6-4620-8FF1-C437334E1DB0}" type="sibTrans" cxnId="{3A0C0529-D598-4084-9E37-CD32435A9199}">
      <dgm:prSet/>
      <dgm:spPr/>
      <dgm:t>
        <a:bodyPr/>
        <a:lstStyle/>
        <a:p>
          <a:endParaRPr lang="es-ES" b="1"/>
        </a:p>
      </dgm:t>
    </dgm:pt>
    <dgm:pt modelId="{08AB93EE-010C-43C5-8F55-E32C3BAD0F43}">
      <dgm:prSet phldrT="[Texto]"/>
      <dgm:spPr/>
      <dgm:t>
        <a:bodyPr/>
        <a:lstStyle/>
        <a:p>
          <a:r>
            <a:rPr lang="es-ES_tradnl" b="1" dirty="0"/>
            <a:t>Agentes físicos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6AB69E9A-DE40-4EC0-9DDA-C46B3429F7C2}" type="parTrans" cxnId="{088CE2F4-A879-4554-B04B-B6A7060CF4E2}">
      <dgm:prSet/>
      <dgm:spPr/>
      <dgm:t>
        <a:bodyPr/>
        <a:lstStyle/>
        <a:p>
          <a:endParaRPr lang="es-ES" b="1"/>
        </a:p>
      </dgm:t>
    </dgm:pt>
    <dgm:pt modelId="{7DE21B7E-A020-44AC-961F-9C689720ED8D}" type="sibTrans" cxnId="{088CE2F4-A879-4554-B04B-B6A7060CF4E2}">
      <dgm:prSet/>
      <dgm:spPr/>
      <dgm:t>
        <a:bodyPr/>
        <a:lstStyle/>
        <a:p>
          <a:endParaRPr lang="es-ES" b="1"/>
        </a:p>
      </dgm:t>
    </dgm:pt>
    <dgm:pt modelId="{BB338678-4414-426F-A6E1-E89271F04D08}">
      <dgm:prSet phldrT="[Texto]"/>
      <dgm:spPr/>
      <dgm:t>
        <a:bodyPr/>
        <a:lstStyle/>
        <a:p>
          <a:r>
            <a:rPr lang="es-ES_tradnl" b="1" dirty="0"/>
            <a:t>Agentes químicos</a:t>
          </a:r>
          <a:endParaRPr lang="es-ES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6B09AE3-8F9E-4687-86E5-FEB03AD871E6}" type="parTrans" cxnId="{AE5DAB80-D202-4C67-AC56-B592B043E153}">
      <dgm:prSet/>
      <dgm:spPr/>
      <dgm:t>
        <a:bodyPr/>
        <a:lstStyle/>
        <a:p>
          <a:endParaRPr lang="es-ES" b="1"/>
        </a:p>
      </dgm:t>
    </dgm:pt>
    <dgm:pt modelId="{5F41661B-BC46-4C13-8891-0E5C42F6748D}" type="sibTrans" cxnId="{AE5DAB80-D202-4C67-AC56-B592B043E153}">
      <dgm:prSet/>
      <dgm:spPr/>
      <dgm:t>
        <a:bodyPr/>
        <a:lstStyle/>
        <a:p>
          <a:endParaRPr lang="es-ES" b="1"/>
        </a:p>
      </dgm:t>
    </dgm:pt>
    <dgm:pt modelId="{7D31B377-2CA2-4331-B3F9-A3B323A5ED1B}">
      <dgm:prSet phldrT="[Texto]"/>
      <dgm:spPr/>
      <dgm:t>
        <a:bodyPr/>
        <a:lstStyle/>
        <a:p>
          <a:r>
            <a:rPr lang="es-ES_tradnl" b="1" dirty="0"/>
            <a:t>Agentes biológicos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995E24E5-63B9-4B74-97FB-D5045290825E}" type="parTrans" cxnId="{D5B70F45-9F4C-476B-B7ED-69BF22B33EEB}">
      <dgm:prSet/>
      <dgm:spPr/>
      <dgm:t>
        <a:bodyPr/>
        <a:lstStyle/>
        <a:p>
          <a:endParaRPr lang="es-ES" b="1"/>
        </a:p>
      </dgm:t>
    </dgm:pt>
    <dgm:pt modelId="{FEB41B9D-A556-4EE8-BA83-BD7F556B708A}" type="sibTrans" cxnId="{D5B70F45-9F4C-476B-B7ED-69BF22B33EEB}">
      <dgm:prSet/>
      <dgm:spPr/>
      <dgm:t>
        <a:bodyPr/>
        <a:lstStyle/>
        <a:p>
          <a:endParaRPr lang="es-ES" b="1"/>
        </a:p>
      </dgm:t>
    </dgm:pt>
    <dgm:pt modelId="{A5A96722-353C-4B41-B79F-A3BD5ABBD06F}" type="pres">
      <dgm:prSet presAssocID="{D5A75FE9-7939-4605-A844-E71AF6EDD1B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59CC58-209F-4EA2-BCFA-5C5C48E8EB56}" type="pres">
      <dgm:prSet presAssocID="{4267476D-AAAD-4611-ACC3-1FFBD70FA55F}" presName="hierRoot1" presStyleCnt="0">
        <dgm:presLayoutVars>
          <dgm:hierBranch val="init"/>
        </dgm:presLayoutVars>
      </dgm:prSet>
      <dgm:spPr/>
    </dgm:pt>
    <dgm:pt modelId="{12C23ACA-46D5-4FEA-80BD-BBC63D776E2B}" type="pres">
      <dgm:prSet presAssocID="{4267476D-AAAD-4611-ACC3-1FFBD70FA55F}" presName="rootComposite1" presStyleCnt="0"/>
      <dgm:spPr/>
    </dgm:pt>
    <dgm:pt modelId="{88E9DA0D-8063-40DE-BB5E-6AC946BB37D4}" type="pres">
      <dgm:prSet presAssocID="{4267476D-AAAD-4611-ACC3-1FFBD70FA55F}" presName="rootText1" presStyleLbl="node0" presStyleIdx="0" presStyleCnt="1">
        <dgm:presLayoutVars>
          <dgm:chPref val="3"/>
        </dgm:presLayoutVars>
      </dgm:prSet>
      <dgm:spPr/>
    </dgm:pt>
    <dgm:pt modelId="{C5F47E93-178F-4130-8F34-C5B55B8A7A2A}" type="pres">
      <dgm:prSet presAssocID="{4267476D-AAAD-4611-ACC3-1FFBD70FA55F}" presName="rootConnector1" presStyleLbl="node1" presStyleIdx="0" presStyleCnt="0"/>
      <dgm:spPr/>
    </dgm:pt>
    <dgm:pt modelId="{9B801FA1-B834-40EA-88CA-472795472E0E}" type="pres">
      <dgm:prSet presAssocID="{4267476D-AAAD-4611-ACC3-1FFBD70FA55F}" presName="hierChild2" presStyleCnt="0"/>
      <dgm:spPr/>
    </dgm:pt>
    <dgm:pt modelId="{2C041D16-69F9-4893-B5E2-909757E1D972}" type="pres">
      <dgm:prSet presAssocID="{6AB69E9A-DE40-4EC0-9DDA-C46B3429F7C2}" presName="Name64" presStyleLbl="parChTrans1D2" presStyleIdx="0" presStyleCnt="3"/>
      <dgm:spPr/>
    </dgm:pt>
    <dgm:pt modelId="{BEB8CCDA-FB8B-4538-A5AE-2DD2C992E75D}" type="pres">
      <dgm:prSet presAssocID="{08AB93EE-010C-43C5-8F55-E32C3BAD0F43}" presName="hierRoot2" presStyleCnt="0">
        <dgm:presLayoutVars>
          <dgm:hierBranch val="init"/>
        </dgm:presLayoutVars>
      </dgm:prSet>
      <dgm:spPr/>
    </dgm:pt>
    <dgm:pt modelId="{DF80A15D-2042-4DE3-A5EB-E1B1638E04BD}" type="pres">
      <dgm:prSet presAssocID="{08AB93EE-010C-43C5-8F55-E32C3BAD0F43}" presName="rootComposite" presStyleCnt="0"/>
      <dgm:spPr/>
    </dgm:pt>
    <dgm:pt modelId="{45AD050E-A4A0-4132-BAB3-3F5DBF4F2885}" type="pres">
      <dgm:prSet presAssocID="{08AB93EE-010C-43C5-8F55-E32C3BAD0F43}" presName="rootText" presStyleLbl="node2" presStyleIdx="0" presStyleCnt="3">
        <dgm:presLayoutVars>
          <dgm:chPref val="3"/>
        </dgm:presLayoutVars>
      </dgm:prSet>
      <dgm:spPr/>
    </dgm:pt>
    <dgm:pt modelId="{4FA01B47-C410-4163-AC76-69C422E7E293}" type="pres">
      <dgm:prSet presAssocID="{08AB93EE-010C-43C5-8F55-E32C3BAD0F43}" presName="rootConnector" presStyleLbl="node2" presStyleIdx="0" presStyleCnt="3"/>
      <dgm:spPr/>
    </dgm:pt>
    <dgm:pt modelId="{423503DC-3277-40CF-B19D-01D67796A397}" type="pres">
      <dgm:prSet presAssocID="{08AB93EE-010C-43C5-8F55-E32C3BAD0F43}" presName="hierChild4" presStyleCnt="0"/>
      <dgm:spPr/>
    </dgm:pt>
    <dgm:pt modelId="{C590AFE1-D57D-40AB-95BF-37E0F0F41556}" type="pres">
      <dgm:prSet presAssocID="{08AB93EE-010C-43C5-8F55-E32C3BAD0F43}" presName="hierChild5" presStyleCnt="0"/>
      <dgm:spPr/>
    </dgm:pt>
    <dgm:pt modelId="{8210CFBB-1C67-47C1-9620-A4B45933B7CF}" type="pres">
      <dgm:prSet presAssocID="{36B09AE3-8F9E-4687-86E5-FEB03AD871E6}" presName="Name64" presStyleLbl="parChTrans1D2" presStyleIdx="1" presStyleCnt="3"/>
      <dgm:spPr/>
    </dgm:pt>
    <dgm:pt modelId="{5536E018-B260-4997-AB55-24E5A5A7CE26}" type="pres">
      <dgm:prSet presAssocID="{BB338678-4414-426F-A6E1-E89271F04D08}" presName="hierRoot2" presStyleCnt="0">
        <dgm:presLayoutVars>
          <dgm:hierBranch val="init"/>
        </dgm:presLayoutVars>
      </dgm:prSet>
      <dgm:spPr/>
    </dgm:pt>
    <dgm:pt modelId="{C8703212-D962-4795-BC39-91F30E844FD0}" type="pres">
      <dgm:prSet presAssocID="{BB338678-4414-426F-A6E1-E89271F04D08}" presName="rootComposite" presStyleCnt="0"/>
      <dgm:spPr/>
    </dgm:pt>
    <dgm:pt modelId="{F1DE9236-69C1-4BD0-A08D-51B2A22933D1}" type="pres">
      <dgm:prSet presAssocID="{BB338678-4414-426F-A6E1-E89271F04D08}" presName="rootText" presStyleLbl="node2" presStyleIdx="1" presStyleCnt="3">
        <dgm:presLayoutVars>
          <dgm:chPref val="3"/>
        </dgm:presLayoutVars>
      </dgm:prSet>
      <dgm:spPr/>
    </dgm:pt>
    <dgm:pt modelId="{132DB9D8-95B7-4C96-A3CE-A5951F77E4A6}" type="pres">
      <dgm:prSet presAssocID="{BB338678-4414-426F-A6E1-E89271F04D08}" presName="rootConnector" presStyleLbl="node2" presStyleIdx="1" presStyleCnt="3"/>
      <dgm:spPr/>
    </dgm:pt>
    <dgm:pt modelId="{8CB70CA3-EF1D-4021-9DE4-EAB93D15E4F5}" type="pres">
      <dgm:prSet presAssocID="{BB338678-4414-426F-A6E1-E89271F04D08}" presName="hierChild4" presStyleCnt="0"/>
      <dgm:spPr/>
    </dgm:pt>
    <dgm:pt modelId="{7408DB7B-51DB-491E-8939-2BF0F07CFFE2}" type="pres">
      <dgm:prSet presAssocID="{BB338678-4414-426F-A6E1-E89271F04D08}" presName="hierChild5" presStyleCnt="0"/>
      <dgm:spPr/>
    </dgm:pt>
    <dgm:pt modelId="{1B697D16-8292-4D5D-8BBD-EC02ABFF0967}" type="pres">
      <dgm:prSet presAssocID="{995E24E5-63B9-4B74-97FB-D5045290825E}" presName="Name64" presStyleLbl="parChTrans1D2" presStyleIdx="2" presStyleCnt="3"/>
      <dgm:spPr/>
    </dgm:pt>
    <dgm:pt modelId="{40FCBBA5-6D3E-4885-96C0-4B201C72AD19}" type="pres">
      <dgm:prSet presAssocID="{7D31B377-2CA2-4331-B3F9-A3B323A5ED1B}" presName="hierRoot2" presStyleCnt="0">
        <dgm:presLayoutVars>
          <dgm:hierBranch val="init"/>
        </dgm:presLayoutVars>
      </dgm:prSet>
      <dgm:spPr/>
    </dgm:pt>
    <dgm:pt modelId="{472CD96C-C2F8-4B6D-B6F9-7D228122DDE0}" type="pres">
      <dgm:prSet presAssocID="{7D31B377-2CA2-4331-B3F9-A3B323A5ED1B}" presName="rootComposite" presStyleCnt="0"/>
      <dgm:spPr/>
    </dgm:pt>
    <dgm:pt modelId="{C09F6677-ADF4-463A-91D3-66FC805D13E5}" type="pres">
      <dgm:prSet presAssocID="{7D31B377-2CA2-4331-B3F9-A3B323A5ED1B}" presName="rootText" presStyleLbl="node2" presStyleIdx="2" presStyleCnt="3">
        <dgm:presLayoutVars>
          <dgm:chPref val="3"/>
        </dgm:presLayoutVars>
      </dgm:prSet>
      <dgm:spPr/>
    </dgm:pt>
    <dgm:pt modelId="{4AC0EC99-75BD-4590-847D-B57F74D47FD4}" type="pres">
      <dgm:prSet presAssocID="{7D31B377-2CA2-4331-B3F9-A3B323A5ED1B}" presName="rootConnector" presStyleLbl="node2" presStyleIdx="2" presStyleCnt="3"/>
      <dgm:spPr/>
    </dgm:pt>
    <dgm:pt modelId="{B71A2D5C-6BEC-473C-A19C-D468B116BF1C}" type="pres">
      <dgm:prSet presAssocID="{7D31B377-2CA2-4331-B3F9-A3B323A5ED1B}" presName="hierChild4" presStyleCnt="0"/>
      <dgm:spPr/>
    </dgm:pt>
    <dgm:pt modelId="{A62A556E-42DE-4D12-8AD7-5FC6275E087A}" type="pres">
      <dgm:prSet presAssocID="{7D31B377-2CA2-4331-B3F9-A3B323A5ED1B}" presName="hierChild5" presStyleCnt="0"/>
      <dgm:spPr/>
    </dgm:pt>
    <dgm:pt modelId="{0CD1A4CC-6C52-4777-ADCE-7B2091065AE5}" type="pres">
      <dgm:prSet presAssocID="{4267476D-AAAD-4611-ACC3-1FFBD70FA55F}" presName="hierChild3" presStyleCnt="0"/>
      <dgm:spPr/>
    </dgm:pt>
  </dgm:ptLst>
  <dgm:cxnLst>
    <dgm:cxn modelId="{19903321-D002-4779-93B0-252C00D6FA65}" type="presOf" srcId="{7D31B377-2CA2-4331-B3F9-A3B323A5ED1B}" destId="{4AC0EC99-75BD-4590-847D-B57F74D47FD4}" srcOrd="1" destOrd="0" presId="urn:microsoft.com/office/officeart/2009/3/layout/HorizontalOrganizationChart"/>
    <dgm:cxn modelId="{3A0C0529-D598-4084-9E37-CD32435A9199}" srcId="{D5A75FE9-7939-4605-A844-E71AF6EDD1BD}" destId="{4267476D-AAAD-4611-ACC3-1FFBD70FA55F}" srcOrd="0" destOrd="0" parTransId="{2D146929-AC74-49CC-B4E9-DB5B1FCD729D}" sibTransId="{052220F8-E0E6-4620-8FF1-C437334E1DB0}"/>
    <dgm:cxn modelId="{2C628933-D1DB-4E12-8EE4-335BED5505E3}" type="presOf" srcId="{4267476D-AAAD-4611-ACC3-1FFBD70FA55F}" destId="{88E9DA0D-8063-40DE-BB5E-6AC946BB37D4}" srcOrd="0" destOrd="0" presId="urn:microsoft.com/office/officeart/2009/3/layout/HorizontalOrganizationChart"/>
    <dgm:cxn modelId="{35868339-224F-4580-9B5A-ABE2D9915FF6}" type="presOf" srcId="{BB338678-4414-426F-A6E1-E89271F04D08}" destId="{132DB9D8-95B7-4C96-A3CE-A5951F77E4A6}" srcOrd="1" destOrd="0" presId="urn:microsoft.com/office/officeart/2009/3/layout/HorizontalOrganizationChart"/>
    <dgm:cxn modelId="{D5B70F45-9F4C-476B-B7ED-69BF22B33EEB}" srcId="{4267476D-AAAD-4611-ACC3-1FFBD70FA55F}" destId="{7D31B377-2CA2-4331-B3F9-A3B323A5ED1B}" srcOrd="2" destOrd="0" parTransId="{995E24E5-63B9-4B74-97FB-D5045290825E}" sibTransId="{FEB41B9D-A556-4EE8-BA83-BD7F556B708A}"/>
    <dgm:cxn modelId="{593D2455-55C3-471D-87EE-8B85E086D48F}" type="presOf" srcId="{08AB93EE-010C-43C5-8F55-E32C3BAD0F43}" destId="{4FA01B47-C410-4163-AC76-69C422E7E293}" srcOrd="1" destOrd="0" presId="urn:microsoft.com/office/officeart/2009/3/layout/HorizontalOrganizationChart"/>
    <dgm:cxn modelId="{053D6C7E-42DC-467F-A9B9-9127E981AE12}" type="presOf" srcId="{BB338678-4414-426F-A6E1-E89271F04D08}" destId="{F1DE9236-69C1-4BD0-A08D-51B2A22933D1}" srcOrd="0" destOrd="0" presId="urn:microsoft.com/office/officeart/2009/3/layout/HorizontalOrganizationChart"/>
    <dgm:cxn modelId="{AE5DAB80-D202-4C67-AC56-B592B043E153}" srcId="{4267476D-AAAD-4611-ACC3-1FFBD70FA55F}" destId="{BB338678-4414-426F-A6E1-E89271F04D08}" srcOrd="1" destOrd="0" parTransId="{36B09AE3-8F9E-4687-86E5-FEB03AD871E6}" sibTransId="{5F41661B-BC46-4C13-8891-0E5C42F6748D}"/>
    <dgm:cxn modelId="{8C3B73A2-3D61-4BF0-9F20-5CFA9CBF8DD8}" type="presOf" srcId="{7D31B377-2CA2-4331-B3F9-A3B323A5ED1B}" destId="{C09F6677-ADF4-463A-91D3-66FC805D13E5}" srcOrd="0" destOrd="0" presId="urn:microsoft.com/office/officeart/2009/3/layout/HorizontalOrganizationChart"/>
    <dgm:cxn modelId="{E36CCDC0-3203-4821-BD72-10BC60017822}" type="presOf" srcId="{D5A75FE9-7939-4605-A844-E71AF6EDD1BD}" destId="{A5A96722-353C-4B41-B79F-A3BD5ABBD06F}" srcOrd="0" destOrd="0" presId="urn:microsoft.com/office/officeart/2009/3/layout/HorizontalOrganizationChart"/>
    <dgm:cxn modelId="{AEFEBED9-74BE-47EB-BADF-1FCD735A5DDC}" type="presOf" srcId="{36B09AE3-8F9E-4687-86E5-FEB03AD871E6}" destId="{8210CFBB-1C67-47C1-9620-A4B45933B7CF}" srcOrd="0" destOrd="0" presId="urn:microsoft.com/office/officeart/2009/3/layout/HorizontalOrganizationChart"/>
    <dgm:cxn modelId="{E84923E4-F1CD-4C2B-A635-5D77315574AA}" type="presOf" srcId="{995E24E5-63B9-4B74-97FB-D5045290825E}" destId="{1B697D16-8292-4D5D-8BBD-EC02ABFF0967}" srcOrd="0" destOrd="0" presId="urn:microsoft.com/office/officeart/2009/3/layout/HorizontalOrganizationChart"/>
    <dgm:cxn modelId="{E80EA3E5-4231-4CC6-A65E-3110B0CBD372}" type="presOf" srcId="{6AB69E9A-DE40-4EC0-9DDA-C46B3429F7C2}" destId="{2C041D16-69F9-4893-B5E2-909757E1D972}" srcOrd="0" destOrd="0" presId="urn:microsoft.com/office/officeart/2009/3/layout/HorizontalOrganizationChart"/>
    <dgm:cxn modelId="{7F1B96F0-A70A-4B24-A3DA-F73A15D35EDC}" type="presOf" srcId="{4267476D-AAAD-4611-ACC3-1FFBD70FA55F}" destId="{C5F47E93-178F-4130-8F34-C5B55B8A7A2A}" srcOrd="1" destOrd="0" presId="urn:microsoft.com/office/officeart/2009/3/layout/HorizontalOrganizationChart"/>
    <dgm:cxn modelId="{088CE2F4-A879-4554-B04B-B6A7060CF4E2}" srcId="{4267476D-AAAD-4611-ACC3-1FFBD70FA55F}" destId="{08AB93EE-010C-43C5-8F55-E32C3BAD0F43}" srcOrd="0" destOrd="0" parTransId="{6AB69E9A-DE40-4EC0-9DDA-C46B3429F7C2}" sibTransId="{7DE21B7E-A020-44AC-961F-9C689720ED8D}"/>
    <dgm:cxn modelId="{FF879AFE-7F19-4A5B-B8CD-4402349C7A11}" type="presOf" srcId="{08AB93EE-010C-43C5-8F55-E32C3BAD0F43}" destId="{45AD050E-A4A0-4132-BAB3-3F5DBF4F2885}" srcOrd="0" destOrd="0" presId="urn:microsoft.com/office/officeart/2009/3/layout/HorizontalOrganizationChart"/>
    <dgm:cxn modelId="{4162C637-0165-4F0C-AE58-32B8207A1D77}" type="presParOf" srcId="{A5A96722-353C-4B41-B79F-A3BD5ABBD06F}" destId="{6E59CC58-209F-4EA2-BCFA-5C5C48E8EB56}" srcOrd="0" destOrd="0" presId="urn:microsoft.com/office/officeart/2009/3/layout/HorizontalOrganizationChart"/>
    <dgm:cxn modelId="{5A0D87FF-3C4B-4BB1-81D8-C7AD9C51BF76}" type="presParOf" srcId="{6E59CC58-209F-4EA2-BCFA-5C5C48E8EB56}" destId="{12C23ACA-46D5-4FEA-80BD-BBC63D776E2B}" srcOrd="0" destOrd="0" presId="urn:microsoft.com/office/officeart/2009/3/layout/HorizontalOrganizationChart"/>
    <dgm:cxn modelId="{EC2A9A2F-20F7-43A9-8A14-3C19D4BB9985}" type="presParOf" srcId="{12C23ACA-46D5-4FEA-80BD-BBC63D776E2B}" destId="{88E9DA0D-8063-40DE-BB5E-6AC946BB37D4}" srcOrd="0" destOrd="0" presId="urn:microsoft.com/office/officeart/2009/3/layout/HorizontalOrganizationChart"/>
    <dgm:cxn modelId="{A67F08BC-1EA6-40B2-88A0-EBAE9DB6E6EC}" type="presParOf" srcId="{12C23ACA-46D5-4FEA-80BD-BBC63D776E2B}" destId="{C5F47E93-178F-4130-8F34-C5B55B8A7A2A}" srcOrd="1" destOrd="0" presId="urn:microsoft.com/office/officeart/2009/3/layout/HorizontalOrganizationChart"/>
    <dgm:cxn modelId="{5BCEB22A-61AA-4FC7-B5EF-123CDD279E51}" type="presParOf" srcId="{6E59CC58-209F-4EA2-BCFA-5C5C48E8EB56}" destId="{9B801FA1-B834-40EA-88CA-472795472E0E}" srcOrd="1" destOrd="0" presId="urn:microsoft.com/office/officeart/2009/3/layout/HorizontalOrganizationChart"/>
    <dgm:cxn modelId="{0A46BAB9-2E3E-4B66-BBD4-DEA48A324C5A}" type="presParOf" srcId="{9B801FA1-B834-40EA-88CA-472795472E0E}" destId="{2C041D16-69F9-4893-B5E2-909757E1D972}" srcOrd="0" destOrd="0" presId="urn:microsoft.com/office/officeart/2009/3/layout/HorizontalOrganizationChart"/>
    <dgm:cxn modelId="{7994C0BF-92EA-4633-82C8-3C0C40B280B1}" type="presParOf" srcId="{9B801FA1-B834-40EA-88CA-472795472E0E}" destId="{BEB8CCDA-FB8B-4538-A5AE-2DD2C992E75D}" srcOrd="1" destOrd="0" presId="urn:microsoft.com/office/officeart/2009/3/layout/HorizontalOrganizationChart"/>
    <dgm:cxn modelId="{E9507F44-E778-4AEE-A709-5C26016D3479}" type="presParOf" srcId="{BEB8CCDA-FB8B-4538-A5AE-2DD2C992E75D}" destId="{DF80A15D-2042-4DE3-A5EB-E1B1638E04BD}" srcOrd="0" destOrd="0" presId="urn:microsoft.com/office/officeart/2009/3/layout/HorizontalOrganizationChart"/>
    <dgm:cxn modelId="{9085B39B-3413-40E1-AD2B-23F1B43EEE5E}" type="presParOf" srcId="{DF80A15D-2042-4DE3-A5EB-E1B1638E04BD}" destId="{45AD050E-A4A0-4132-BAB3-3F5DBF4F2885}" srcOrd="0" destOrd="0" presId="urn:microsoft.com/office/officeart/2009/3/layout/HorizontalOrganizationChart"/>
    <dgm:cxn modelId="{CFCFA2F4-FFB7-42C4-99E6-BACCB6080618}" type="presParOf" srcId="{DF80A15D-2042-4DE3-A5EB-E1B1638E04BD}" destId="{4FA01B47-C410-4163-AC76-69C422E7E293}" srcOrd="1" destOrd="0" presId="urn:microsoft.com/office/officeart/2009/3/layout/HorizontalOrganizationChart"/>
    <dgm:cxn modelId="{52EAE5E0-81DC-4AB3-B3C6-7F632E03E2B0}" type="presParOf" srcId="{BEB8CCDA-FB8B-4538-A5AE-2DD2C992E75D}" destId="{423503DC-3277-40CF-B19D-01D67796A397}" srcOrd="1" destOrd="0" presId="urn:microsoft.com/office/officeart/2009/3/layout/HorizontalOrganizationChart"/>
    <dgm:cxn modelId="{DE2D388C-6B7B-40DC-BA17-C0FB505DA630}" type="presParOf" srcId="{BEB8CCDA-FB8B-4538-A5AE-2DD2C992E75D}" destId="{C590AFE1-D57D-40AB-95BF-37E0F0F41556}" srcOrd="2" destOrd="0" presId="urn:microsoft.com/office/officeart/2009/3/layout/HorizontalOrganizationChart"/>
    <dgm:cxn modelId="{E23A2D0D-D48A-4A34-BFCD-A2DCBDD02389}" type="presParOf" srcId="{9B801FA1-B834-40EA-88CA-472795472E0E}" destId="{8210CFBB-1C67-47C1-9620-A4B45933B7CF}" srcOrd="2" destOrd="0" presId="urn:microsoft.com/office/officeart/2009/3/layout/HorizontalOrganizationChart"/>
    <dgm:cxn modelId="{6438ABB3-16FF-4B0E-939A-412231B1E26C}" type="presParOf" srcId="{9B801FA1-B834-40EA-88CA-472795472E0E}" destId="{5536E018-B260-4997-AB55-24E5A5A7CE26}" srcOrd="3" destOrd="0" presId="urn:microsoft.com/office/officeart/2009/3/layout/HorizontalOrganizationChart"/>
    <dgm:cxn modelId="{1692960A-93C4-42DB-861A-DBB46D2C2777}" type="presParOf" srcId="{5536E018-B260-4997-AB55-24E5A5A7CE26}" destId="{C8703212-D962-4795-BC39-91F30E844FD0}" srcOrd="0" destOrd="0" presId="urn:microsoft.com/office/officeart/2009/3/layout/HorizontalOrganizationChart"/>
    <dgm:cxn modelId="{C5796F58-7BE9-433C-8F69-60643E247680}" type="presParOf" srcId="{C8703212-D962-4795-BC39-91F30E844FD0}" destId="{F1DE9236-69C1-4BD0-A08D-51B2A22933D1}" srcOrd="0" destOrd="0" presId="urn:microsoft.com/office/officeart/2009/3/layout/HorizontalOrganizationChart"/>
    <dgm:cxn modelId="{45F9BD82-3910-42A0-9634-DBCB1808686B}" type="presParOf" srcId="{C8703212-D962-4795-BC39-91F30E844FD0}" destId="{132DB9D8-95B7-4C96-A3CE-A5951F77E4A6}" srcOrd="1" destOrd="0" presId="urn:microsoft.com/office/officeart/2009/3/layout/HorizontalOrganizationChart"/>
    <dgm:cxn modelId="{40C3E1AF-EEF0-4F1A-BEF4-198ADB7990C1}" type="presParOf" srcId="{5536E018-B260-4997-AB55-24E5A5A7CE26}" destId="{8CB70CA3-EF1D-4021-9DE4-EAB93D15E4F5}" srcOrd="1" destOrd="0" presId="urn:microsoft.com/office/officeart/2009/3/layout/HorizontalOrganizationChart"/>
    <dgm:cxn modelId="{C827E1F8-1EF8-467F-9533-CCDD5E7FEFA8}" type="presParOf" srcId="{5536E018-B260-4997-AB55-24E5A5A7CE26}" destId="{7408DB7B-51DB-491E-8939-2BF0F07CFFE2}" srcOrd="2" destOrd="0" presId="urn:microsoft.com/office/officeart/2009/3/layout/HorizontalOrganizationChart"/>
    <dgm:cxn modelId="{5DB83CDD-2484-4149-8FE5-60DD61CF5A58}" type="presParOf" srcId="{9B801FA1-B834-40EA-88CA-472795472E0E}" destId="{1B697D16-8292-4D5D-8BBD-EC02ABFF0967}" srcOrd="4" destOrd="0" presId="urn:microsoft.com/office/officeart/2009/3/layout/HorizontalOrganizationChart"/>
    <dgm:cxn modelId="{AD9E9CBB-18DC-4093-A22A-CAC60288B3B8}" type="presParOf" srcId="{9B801FA1-B834-40EA-88CA-472795472E0E}" destId="{40FCBBA5-6D3E-4885-96C0-4B201C72AD19}" srcOrd="5" destOrd="0" presId="urn:microsoft.com/office/officeart/2009/3/layout/HorizontalOrganizationChart"/>
    <dgm:cxn modelId="{DF11E7BB-D4FC-4F53-BC97-5F32AAC26789}" type="presParOf" srcId="{40FCBBA5-6D3E-4885-96C0-4B201C72AD19}" destId="{472CD96C-C2F8-4B6D-B6F9-7D228122DDE0}" srcOrd="0" destOrd="0" presId="urn:microsoft.com/office/officeart/2009/3/layout/HorizontalOrganizationChart"/>
    <dgm:cxn modelId="{14EE2194-8340-4010-B8C9-D68C3B0723B1}" type="presParOf" srcId="{472CD96C-C2F8-4B6D-B6F9-7D228122DDE0}" destId="{C09F6677-ADF4-463A-91D3-66FC805D13E5}" srcOrd="0" destOrd="0" presId="urn:microsoft.com/office/officeart/2009/3/layout/HorizontalOrganizationChart"/>
    <dgm:cxn modelId="{471859E8-5FE9-4D30-A23C-C16CC21A5D8C}" type="presParOf" srcId="{472CD96C-C2F8-4B6D-B6F9-7D228122DDE0}" destId="{4AC0EC99-75BD-4590-847D-B57F74D47FD4}" srcOrd="1" destOrd="0" presId="urn:microsoft.com/office/officeart/2009/3/layout/HorizontalOrganizationChart"/>
    <dgm:cxn modelId="{77C7D0E7-4A5B-4CA0-9C2A-270818498524}" type="presParOf" srcId="{40FCBBA5-6D3E-4885-96C0-4B201C72AD19}" destId="{B71A2D5C-6BEC-473C-A19C-D468B116BF1C}" srcOrd="1" destOrd="0" presId="urn:microsoft.com/office/officeart/2009/3/layout/HorizontalOrganizationChart"/>
    <dgm:cxn modelId="{FBABB47D-BC0C-49B7-9E41-330BC59E2333}" type="presParOf" srcId="{40FCBBA5-6D3E-4885-96C0-4B201C72AD19}" destId="{A62A556E-42DE-4D12-8AD7-5FC6275E087A}" srcOrd="2" destOrd="0" presId="urn:microsoft.com/office/officeart/2009/3/layout/HorizontalOrganizationChart"/>
    <dgm:cxn modelId="{77A791E7-5C21-48D2-8F37-6D7C739358E8}" type="presParOf" srcId="{6E59CC58-209F-4EA2-BCFA-5C5C48E8EB56}" destId="{0CD1A4CC-6C52-4777-ADCE-7B2091065AE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1854C89-F629-4B86-9B72-D52C2E64AA4A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4F7BA7B6-8160-4FAA-B9C6-082266CA9EEA}">
      <dgm:prSet phldrT="[Texto]" custT="1"/>
      <dgm:spPr/>
      <dgm:t>
        <a:bodyPr/>
        <a:lstStyle/>
        <a:p>
          <a:pPr algn="l"/>
          <a:r>
            <a:rPr lang="es-ES_tradnl" sz="1400" dirty="0"/>
            <a:t>No colocarse por encima del nivel de los ojos</a:t>
          </a:r>
          <a:endParaRPr lang="es-ES" sz="1400" dirty="0"/>
        </a:p>
      </dgm:t>
    </dgm:pt>
    <dgm:pt modelId="{B63CBCE2-0B37-473C-ABC8-94F3B0654A1D}" type="parTrans" cxnId="{0431AEA6-0D7B-430D-B924-0D56215D1BD1}">
      <dgm:prSet/>
      <dgm:spPr/>
      <dgm:t>
        <a:bodyPr/>
        <a:lstStyle/>
        <a:p>
          <a:endParaRPr lang="es-ES"/>
        </a:p>
      </dgm:t>
    </dgm:pt>
    <dgm:pt modelId="{B4ED7BCB-D7F3-4F24-9229-7734D57E764B}" type="sibTrans" cxnId="{0431AEA6-0D7B-430D-B924-0D56215D1BD1}">
      <dgm:prSet/>
      <dgm:spPr/>
      <dgm:t>
        <a:bodyPr/>
        <a:lstStyle/>
        <a:p>
          <a:endParaRPr lang="es-ES"/>
        </a:p>
      </dgm:t>
    </dgm:pt>
    <dgm:pt modelId="{5E93736C-F792-4CC5-AA70-9F6E330B7B85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Teclado y mobiliario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D389C0-991D-4177-8465-1A810144B687}" type="parTrans" cxnId="{6A628A13-C0CA-4210-B62B-F31982AE0F3A}">
      <dgm:prSet/>
      <dgm:spPr/>
      <dgm:t>
        <a:bodyPr/>
        <a:lstStyle/>
        <a:p>
          <a:endParaRPr lang="es-ES"/>
        </a:p>
      </dgm:t>
    </dgm:pt>
    <dgm:pt modelId="{1EE5F9D9-E79A-4610-9081-9518096AAAE0}" type="sibTrans" cxnId="{6A628A13-C0CA-4210-B62B-F31982AE0F3A}">
      <dgm:prSet/>
      <dgm:spPr/>
      <dgm:t>
        <a:bodyPr/>
        <a:lstStyle/>
        <a:p>
          <a:endParaRPr lang="es-ES"/>
        </a:p>
      </dgm:t>
    </dgm:pt>
    <dgm:pt modelId="{4B26B124-4CD4-4116-AEF1-A7A6413DAADE}">
      <dgm:prSet phldrT="[Texto]" custT="1"/>
      <dgm:spPr/>
      <dgm:t>
        <a:bodyPr/>
        <a:lstStyle/>
        <a:p>
          <a:r>
            <a:rPr lang="es-ES_tradnl" sz="1400" dirty="0"/>
            <a:t>Altura teclado y mesa 60-75 cm </a:t>
          </a:r>
          <a:endParaRPr lang="es-ES" sz="1400" dirty="0"/>
        </a:p>
      </dgm:t>
    </dgm:pt>
    <dgm:pt modelId="{001F5346-1B95-4670-99C7-AA1A464EB30D}" type="parTrans" cxnId="{DE8653E4-C2AB-4E7A-A4E2-505D70F45380}">
      <dgm:prSet/>
      <dgm:spPr/>
      <dgm:t>
        <a:bodyPr/>
        <a:lstStyle/>
        <a:p>
          <a:endParaRPr lang="es-ES"/>
        </a:p>
      </dgm:t>
    </dgm:pt>
    <dgm:pt modelId="{84128CAC-3E57-4F16-A3A4-FD81335C4A0D}" type="sibTrans" cxnId="{DE8653E4-C2AB-4E7A-A4E2-505D70F45380}">
      <dgm:prSet/>
      <dgm:spPr/>
      <dgm:t>
        <a:bodyPr/>
        <a:lstStyle/>
        <a:p>
          <a:endParaRPr lang="es-ES"/>
        </a:p>
      </dgm:t>
    </dgm:pt>
    <dgm:pt modelId="{11E29C4A-C39F-479D-925E-159FE19EC29E}">
      <dgm:prSet phldrT="[Texto]"/>
      <dgm:spPr/>
      <dgm:t>
        <a:bodyPr/>
        <a:lstStyle/>
        <a:p>
          <a:r>
            <a:rPr lang="es-ES_tradnl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y organización</a:t>
          </a:r>
          <a:endParaRPr lang="es-E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5D6A528-20AE-490C-B5F5-46373781568D}" type="parTrans" cxnId="{1440329D-9476-4E1A-8359-EEC9E0F7BBFB}">
      <dgm:prSet/>
      <dgm:spPr/>
      <dgm:t>
        <a:bodyPr/>
        <a:lstStyle/>
        <a:p>
          <a:endParaRPr lang="es-ES"/>
        </a:p>
      </dgm:t>
    </dgm:pt>
    <dgm:pt modelId="{556ADA86-8B22-465F-8278-691584F089A0}" type="sibTrans" cxnId="{1440329D-9476-4E1A-8359-EEC9E0F7BBFB}">
      <dgm:prSet/>
      <dgm:spPr/>
      <dgm:t>
        <a:bodyPr/>
        <a:lstStyle/>
        <a:p>
          <a:endParaRPr lang="es-ES"/>
        </a:p>
      </dgm:t>
    </dgm:pt>
    <dgm:pt modelId="{2937D784-D6AE-476F-9A4B-E53195557ABF}">
      <dgm:prSet phldrT="[Texto]" custT="1"/>
      <dgm:spPr/>
      <dgm:t>
        <a:bodyPr/>
        <a:lstStyle/>
        <a:p>
          <a:r>
            <a:rPr lang="es-ES_tradnl" sz="1400" dirty="0"/>
            <a:t>Eliminar ruidos molestos</a:t>
          </a:r>
          <a:endParaRPr lang="es-ES" sz="1400" dirty="0"/>
        </a:p>
      </dgm:t>
    </dgm:pt>
    <dgm:pt modelId="{C5CCE095-0EB2-48B3-A008-A8A60DA6B127}" type="parTrans" cxnId="{35C95A87-47E4-4A90-A698-5016A2C21651}">
      <dgm:prSet/>
      <dgm:spPr/>
      <dgm:t>
        <a:bodyPr/>
        <a:lstStyle/>
        <a:p>
          <a:endParaRPr lang="es-ES"/>
        </a:p>
      </dgm:t>
    </dgm:pt>
    <dgm:pt modelId="{442FEAEF-92ED-4637-9AE2-00D6D54DFA0D}" type="sibTrans" cxnId="{35C95A87-47E4-4A90-A698-5016A2C21651}">
      <dgm:prSet/>
      <dgm:spPr/>
      <dgm:t>
        <a:bodyPr/>
        <a:lstStyle/>
        <a:p>
          <a:endParaRPr lang="es-ES"/>
        </a:p>
      </dgm:t>
    </dgm:pt>
    <dgm:pt modelId="{D6B74DB0-9D94-4921-A5DE-5E489F454EDC}">
      <dgm:prSet phldrT="[Texto]" custT="1"/>
      <dgm:spPr/>
      <dgm:t>
        <a:bodyPr/>
        <a:lstStyle/>
        <a:p>
          <a:pPr algn="l"/>
          <a:r>
            <a:rPr lang="es-ES_tradnl" sz="1400" dirty="0"/>
            <a:t>Evitar reflejos y deslumbramientos</a:t>
          </a:r>
          <a:endParaRPr lang="es-ES" sz="1400" dirty="0"/>
        </a:p>
      </dgm:t>
    </dgm:pt>
    <dgm:pt modelId="{5A8BFCD3-5317-4A37-9CA5-BB8856ECB071}" type="parTrans" cxnId="{FDD5AA8A-08AD-4754-84C8-B609F0CD89B8}">
      <dgm:prSet/>
      <dgm:spPr/>
      <dgm:t>
        <a:bodyPr/>
        <a:lstStyle/>
        <a:p>
          <a:endParaRPr lang="es-ES"/>
        </a:p>
      </dgm:t>
    </dgm:pt>
    <dgm:pt modelId="{39AC1A65-2EE5-4447-A113-A80AE30533A7}" type="sibTrans" cxnId="{FDD5AA8A-08AD-4754-84C8-B609F0CD89B8}">
      <dgm:prSet/>
      <dgm:spPr/>
      <dgm:t>
        <a:bodyPr/>
        <a:lstStyle/>
        <a:p>
          <a:endParaRPr lang="es-ES"/>
        </a:p>
      </dgm:t>
    </dgm:pt>
    <dgm:pt modelId="{39725594-BA5D-481B-88D3-1420DFEAEC72}">
      <dgm:prSet phldrT="[Texto]" custT="1"/>
      <dgm:spPr/>
      <dgm:t>
        <a:bodyPr/>
        <a:lstStyle/>
        <a:p>
          <a:pPr algn="l"/>
          <a:r>
            <a:rPr lang="es-ES_tradnl" sz="1400" dirty="0"/>
            <a:t>Situar el ordenador en 90˚ respecto a la luz.</a:t>
          </a:r>
          <a:endParaRPr lang="es-ES" sz="1400" dirty="0"/>
        </a:p>
      </dgm:t>
    </dgm:pt>
    <dgm:pt modelId="{1CE22FEA-CF7B-42E8-833B-CD6FA21BBDD7}" type="parTrans" cxnId="{CD9CABBA-7B6B-40D3-9780-481EDC7DB629}">
      <dgm:prSet/>
      <dgm:spPr/>
      <dgm:t>
        <a:bodyPr/>
        <a:lstStyle/>
        <a:p>
          <a:endParaRPr lang="es-ES"/>
        </a:p>
      </dgm:t>
    </dgm:pt>
    <dgm:pt modelId="{993F31CB-1B38-4142-A508-193D505D507C}" type="sibTrans" cxnId="{CD9CABBA-7B6B-40D3-9780-481EDC7DB629}">
      <dgm:prSet/>
      <dgm:spPr/>
      <dgm:t>
        <a:bodyPr/>
        <a:lstStyle/>
        <a:p>
          <a:endParaRPr lang="es-ES"/>
        </a:p>
      </dgm:t>
    </dgm:pt>
    <dgm:pt modelId="{0368D15D-E4B5-4554-A21B-B065863F92A5}">
      <dgm:prSet phldrT="[Texto]" custT="1"/>
      <dgm:spPr/>
      <dgm:t>
        <a:bodyPr/>
        <a:lstStyle/>
        <a:p>
          <a:pPr algn="l"/>
          <a:r>
            <a:rPr lang="es-ES_tradnl" sz="1400" dirty="0"/>
            <a:t>Recomiendan 300 lux</a:t>
          </a:r>
          <a:endParaRPr lang="es-ES" sz="1400" dirty="0"/>
        </a:p>
      </dgm:t>
    </dgm:pt>
    <dgm:pt modelId="{30BC84C6-C55A-4FA5-B308-331ABFC5B954}" type="parTrans" cxnId="{B10ABB7E-B406-4C02-AD58-334831E333BF}">
      <dgm:prSet/>
      <dgm:spPr/>
      <dgm:t>
        <a:bodyPr/>
        <a:lstStyle/>
        <a:p>
          <a:endParaRPr lang="es-ES"/>
        </a:p>
      </dgm:t>
    </dgm:pt>
    <dgm:pt modelId="{717CC5EE-F5A9-4FED-BFA5-5FBD39582990}" type="sibTrans" cxnId="{B10ABB7E-B406-4C02-AD58-334831E333BF}">
      <dgm:prSet/>
      <dgm:spPr/>
      <dgm:t>
        <a:bodyPr/>
        <a:lstStyle/>
        <a:p>
          <a:endParaRPr lang="es-ES"/>
        </a:p>
      </dgm:t>
    </dgm:pt>
    <dgm:pt modelId="{8B8DBFD2-3B30-41FA-8CF1-0A60A540661C}">
      <dgm:prSet phldrT="[Texto]" custT="1"/>
      <dgm:spPr/>
      <dgm:t>
        <a:bodyPr/>
        <a:lstStyle/>
        <a:p>
          <a:pPr algn="l"/>
          <a:r>
            <a:rPr lang="es-ES_tradnl" sz="1400" dirty="0"/>
            <a:t>Evitar parpadeos en pantalla</a:t>
          </a:r>
          <a:endParaRPr lang="es-ES" sz="1400" dirty="0"/>
        </a:p>
      </dgm:t>
    </dgm:pt>
    <dgm:pt modelId="{3E0F4683-BA2F-48A5-98C5-67C23D5B083B}" type="parTrans" cxnId="{3A401FC4-3D77-4D27-8570-E87A19F74468}">
      <dgm:prSet/>
      <dgm:spPr/>
      <dgm:t>
        <a:bodyPr/>
        <a:lstStyle/>
        <a:p>
          <a:endParaRPr lang="es-ES"/>
        </a:p>
      </dgm:t>
    </dgm:pt>
    <dgm:pt modelId="{4ACB8193-D943-4BFD-933B-7DF2C870A73A}" type="sibTrans" cxnId="{3A401FC4-3D77-4D27-8570-E87A19F74468}">
      <dgm:prSet/>
      <dgm:spPr/>
      <dgm:t>
        <a:bodyPr/>
        <a:lstStyle/>
        <a:p>
          <a:endParaRPr lang="es-ES"/>
        </a:p>
      </dgm:t>
    </dgm:pt>
    <dgm:pt modelId="{5809C56A-1D4C-47B5-B040-039DDBEB1C82}">
      <dgm:prSet phldrT="[Texto]" custT="1"/>
      <dgm:spPr/>
      <dgm:t>
        <a:bodyPr/>
        <a:lstStyle/>
        <a:p>
          <a:r>
            <a:rPr lang="es-ES_tradnl" sz="1400" dirty="0"/>
            <a:t>Ratón con reposamuñecas</a:t>
          </a:r>
          <a:endParaRPr lang="es-ES" sz="1400" dirty="0"/>
        </a:p>
      </dgm:t>
    </dgm:pt>
    <dgm:pt modelId="{982EEDED-8FEA-4F2C-AD15-EB1466841706}" type="parTrans" cxnId="{2D081A70-5EF8-4274-8478-D41E2D24FA39}">
      <dgm:prSet/>
      <dgm:spPr/>
      <dgm:t>
        <a:bodyPr/>
        <a:lstStyle/>
        <a:p>
          <a:endParaRPr lang="es-ES"/>
        </a:p>
      </dgm:t>
    </dgm:pt>
    <dgm:pt modelId="{A63AFC7B-F3E1-44D5-A076-384B461F95F2}" type="sibTrans" cxnId="{2D081A70-5EF8-4274-8478-D41E2D24FA39}">
      <dgm:prSet/>
      <dgm:spPr/>
      <dgm:t>
        <a:bodyPr/>
        <a:lstStyle/>
        <a:p>
          <a:endParaRPr lang="es-ES"/>
        </a:p>
      </dgm:t>
    </dgm:pt>
    <dgm:pt modelId="{68474BA0-DBE0-4B70-A683-442B676EBE2E}">
      <dgm:prSet phldrT="[Texto]" custT="1"/>
      <dgm:spPr/>
      <dgm:t>
        <a:bodyPr/>
        <a:lstStyle/>
        <a:p>
          <a:r>
            <a:rPr lang="es-ES_tradnl" sz="1400" dirty="0"/>
            <a:t>Superficie mate</a:t>
          </a:r>
          <a:endParaRPr lang="es-ES" sz="1400" dirty="0"/>
        </a:p>
      </dgm:t>
    </dgm:pt>
    <dgm:pt modelId="{C5E45BA4-0C3C-4AA8-9758-7C482FE6C062}" type="parTrans" cxnId="{2DAC3DA2-1153-42B2-9F68-A735606FEF3B}">
      <dgm:prSet/>
      <dgm:spPr/>
      <dgm:t>
        <a:bodyPr/>
        <a:lstStyle/>
        <a:p>
          <a:endParaRPr lang="es-ES"/>
        </a:p>
      </dgm:t>
    </dgm:pt>
    <dgm:pt modelId="{4EA9912E-5AB9-4613-B2E4-C37389A79F94}" type="sibTrans" cxnId="{2DAC3DA2-1153-42B2-9F68-A735606FEF3B}">
      <dgm:prSet/>
      <dgm:spPr/>
      <dgm:t>
        <a:bodyPr/>
        <a:lstStyle/>
        <a:p>
          <a:endParaRPr lang="es-ES"/>
        </a:p>
      </dgm:t>
    </dgm:pt>
    <dgm:pt modelId="{9461FD6F-B570-4062-B37D-F8A999993230}">
      <dgm:prSet phldrT="[Texto]" custT="1"/>
      <dgm:spPr/>
      <dgm:t>
        <a:bodyPr/>
        <a:lstStyle/>
        <a:p>
          <a:r>
            <a:rPr lang="es-ES_tradnl" sz="1400" dirty="0"/>
            <a:t>Posición recta</a:t>
          </a:r>
          <a:endParaRPr lang="es-ES" sz="1400" dirty="0"/>
        </a:p>
      </dgm:t>
    </dgm:pt>
    <dgm:pt modelId="{C2737974-F669-4D78-9155-C05B4A6F1987}" type="parTrans" cxnId="{DDACEC04-D66E-46FE-B123-C07FBB876A9D}">
      <dgm:prSet/>
      <dgm:spPr/>
      <dgm:t>
        <a:bodyPr/>
        <a:lstStyle/>
        <a:p>
          <a:endParaRPr lang="es-ES"/>
        </a:p>
      </dgm:t>
    </dgm:pt>
    <dgm:pt modelId="{8BB5182B-175B-4F96-B00E-79692470EF91}" type="sibTrans" cxnId="{DDACEC04-D66E-46FE-B123-C07FBB876A9D}">
      <dgm:prSet/>
      <dgm:spPr/>
      <dgm:t>
        <a:bodyPr/>
        <a:lstStyle/>
        <a:p>
          <a:endParaRPr lang="es-ES"/>
        </a:p>
      </dgm:t>
    </dgm:pt>
    <dgm:pt modelId="{21E3203B-7A92-4389-9708-EFC128AF0D03}">
      <dgm:prSet phldrT="[Texto]" custT="1"/>
      <dgm:spPr/>
      <dgm:t>
        <a:bodyPr/>
        <a:lstStyle/>
        <a:p>
          <a:r>
            <a:rPr lang="es-ES_tradnl" sz="1400" dirty="0"/>
            <a:t>Portadocumentos o atril</a:t>
          </a:r>
          <a:endParaRPr lang="es-ES" sz="1400" dirty="0"/>
        </a:p>
      </dgm:t>
    </dgm:pt>
    <dgm:pt modelId="{71935804-0659-4FA2-BF82-93D53F922594}" type="parTrans" cxnId="{DB7E46C9-4EFE-4A2A-928E-E9BA81012DB6}">
      <dgm:prSet/>
      <dgm:spPr/>
      <dgm:t>
        <a:bodyPr/>
        <a:lstStyle/>
        <a:p>
          <a:endParaRPr lang="es-ES"/>
        </a:p>
      </dgm:t>
    </dgm:pt>
    <dgm:pt modelId="{82189324-C9DD-4334-859E-2BDAD2A5535F}" type="sibTrans" cxnId="{DB7E46C9-4EFE-4A2A-928E-E9BA81012DB6}">
      <dgm:prSet/>
      <dgm:spPr/>
      <dgm:t>
        <a:bodyPr/>
        <a:lstStyle/>
        <a:p>
          <a:endParaRPr lang="es-ES"/>
        </a:p>
      </dgm:t>
    </dgm:pt>
    <dgm:pt modelId="{878EE1CE-D48F-4664-A561-B5314DB97D37}">
      <dgm:prSet phldrT="[Texto]" custT="1"/>
      <dgm:spPr/>
      <dgm:t>
        <a:bodyPr/>
        <a:lstStyle/>
        <a:p>
          <a:r>
            <a:rPr lang="es-ES_tradnl" sz="1400" dirty="0"/>
            <a:t>Asiento de trabajo</a:t>
          </a:r>
          <a:endParaRPr lang="es-ES" sz="1400" dirty="0"/>
        </a:p>
      </dgm:t>
    </dgm:pt>
    <dgm:pt modelId="{053CFDFD-5381-4063-9EE5-9FC381BD7E69}" type="parTrans" cxnId="{BF96CAC9-4620-4657-AFC3-9D5A32B484E1}">
      <dgm:prSet/>
      <dgm:spPr/>
      <dgm:t>
        <a:bodyPr/>
        <a:lstStyle/>
        <a:p>
          <a:endParaRPr lang="es-ES"/>
        </a:p>
      </dgm:t>
    </dgm:pt>
    <dgm:pt modelId="{474DC4BD-E4CD-44C1-A00B-B280AF681222}" type="sibTrans" cxnId="{BF96CAC9-4620-4657-AFC3-9D5A32B484E1}">
      <dgm:prSet/>
      <dgm:spPr/>
      <dgm:t>
        <a:bodyPr/>
        <a:lstStyle/>
        <a:p>
          <a:endParaRPr lang="es-ES"/>
        </a:p>
      </dgm:t>
    </dgm:pt>
    <dgm:pt modelId="{58BF28C1-A26E-44A1-8C54-7045A883261F}">
      <dgm:prSet phldrT="[Texto]" custT="1"/>
      <dgm:spPr/>
      <dgm:t>
        <a:bodyPr/>
        <a:lstStyle/>
        <a:p>
          <a:r>
            <a:rPr lang="es-ES_tradnl" sz="1400" dirty="0"/>
            <a:t>Temperatura entre 19 y 23 grados</a:t>
          </a:r>
          <a:endParaRPr lang="es-ES" sz="1400" dirty="0"/>
        </a:p>
      </dgm:t>
    </dgm:pt>
    <dgm:pt modelId="{ACA5E3F7-1686-48FB-8AAE-7A2EFCB70221}" type="parTrans" cxnId="{85E3D534-694B-4F90-916C-967CB383A161}">
      <dgm:prSet/>
      <dgm:spPr/>
      <dgm:t>
        <a:bodyPr/>
        <a:lstStyle/>
        <a:p>
          <a:endParaRPr lang="es-ES"/>
        </a:p>
      </dgm:t>
    </dgm:pt>
    <dgm:pt modelId="{495E10EF-3C52-4591-A70A-317DB89159AE}" type="sibTrans" cxnId="{85E3D534-694B-4F90-916C-967CB383A161}">
      <dgm:prSet/>
      <dgm:spPr/>
      <dgm:t>
        <a:bodyPr/>
        <a:lstStyle/>
        <a:p>
          <a:endParaRPr lang="es-ES"/>
        </a:p>
      </dgm:t>
    </dgm:pt>
    <dgm:pt modelId="{045DD6E0-E0C6-4D4F-86F4-B8044688552F}">
      <dgm:prSet phldrT="[Texto]" custT="1"/>
      <dgm:spPr/>
      <dgm:t>
        <a:bodyPr/>
        <a:lstStyle/>
        <a:p>
          <a:r>
            <a:rPr lang="es-ES_tradnl" sz="1400" dirty="0"/>
            <a:t>Descansos de 10 minutos cada 2hs</a:t>
          </a:r>
          <a:endParaRPr lang="es-ES" sz="1400" dirty="0"/>
        </a:p>
      </dgm:t>
    </dgm:pt>
    <dgm:pt modelId="{A2A03AD4-9690-4B55-A4A5-37C4F1584B33}" type="parTrans" cxnId="{A0680861-B43D-40E9-A4A4-32006E091D49}">
      <dgm:prSet/>
      <dgm:spPr/>
      <dgm:t>
        <a:bodyPr/>
        <a:lstStyle/>
        <a:p>
          <a:endParaRPr lang="es-ES"/>
        </a:p>
      </dgm:t>
    </dgm:pt>
    <dgm:pt modelId="{ECF8A6E1-E595-4571-8D5D-51928ED3681D}" type="sibTrans" cxnId="{A0680861-B43D-40E9-A4A4-32006E091D49}">
      <dgm:prSet/>
      <dgm:spPr/>
      <dgm:t>
        <a:bodyPr/>
        <a:lstStyle/>
        <a:p>
          <a:endParaRPr lang="es-ES"/>
        </a:p>
      </dgm:t>
    </dgm:pt>
    <dgm:pt modelId="{FEA268CC-98B3-4377-ABF1-05FBEC8E6A75}">
      <dgm:prSet phldrT="[Texto]" custT="1"/>
      <dgm:spPr/>
      <dgm:t>
        <a:bodyPr/>
        <a:lstStyle/>
        <a:p>
          <a:r>
            <a:rPr lang="es-ES_tradnl" sz="1400" dirty="0"/>
            <a:t>Alternar con otras tareas</a:t>
          </a:r>
          <a:endParaRPr lang="es-ES" sz="1400" dirty="0"/>
        </a:p>
      </dgm:t>
    </dgm:pt>
    <dgm:pt modelId="{590A3D59-0A53-4717-A617-9DFB227F59C8}" type="parTrans" cxnId="{3238180E-C31C-4E71-8E9D-C49282FAB604}">
      <dgm:prSet/>
      <dgm:spPr/>
      <dgm:t>
        <a:bodyPr/>
        <a:lstStyle/>
        <a:p>
          <a:endParaRPr lang="es-ES"/>
        </a:p>
      </dgm:t>
    </dgm:pt>
    <dgm:pt modelId="{41E2185F-B9DD-43FE-8AC5-E62ACCC7B1D3}" type="sibTrans" cxnId="{3238180E-C31C-4E71-8E9D-C49282FAB604}">
      <dgm:prSet/>
      <dgm:spPr/>
      <dgm:t>
        <a:bodyPr/>
        <a:lstStyle/>
        <a:p>
          <a:endParaRPr lang="es-ES"/>
        </a:p>
      </dgm:t>
    </dgm:pt>
    <dgm:pt modelId="{F31BE5DD-91A2-46BD-848B-EA05CB47F9F9}">
      <dgm:prSet phldrT="[Texto]" custT="1"/>
      <dgm:spPr/>
      <dgm:t>
        <a:bodyPr/>
        <a:lstStyle/>
        <a:p>
          <a:r>
            <a:rPr lang="es-ES_tradnl" sz="1400" dirty="0"/>
            <a:t>Reconocimientos médicos</a:t>
          </a:r>
          <a:endParaRPr lang="es-ES" sz="1400" dirty="0"/>
        </a:p>
      </dgm:t>
    </dgm:pt>
    <dgm:pt modelId="{25D75CBD-E5D3-446F-A991-C9588991E906}" type="parTrans" cxnId="{360AF69C-1F32-411A-9309-465DBC382A85}">
      <dgm:prSet/>
      <dgm:spPr/>
      <dgm:t>
        <a:bodyPr/>
        <a:lstStyle/>
        <a:p>
          <a:endParaRPr lang="es-ES"/>
        </a:p>
      </dgm:t>
    </dgm:pt>
    <dgm:pt modelId="{2C98791C-55D2-492C-ABDA-CE43FEED4321}" type="sibTrans" cxnId="{360AF69C-1F32-411A-9309-465DBC382A85}">
      <dgm:prSet/>
      <dgm:spPr/>
      <dgm:t>
        <a:bodyPr/>
        <a:lstStyle/>
        <a:p>
          <a:endParaRPr lang="es-ES"/>
        </a:p>
      </dgm:t>
    </dgm:pt>
    <dgm:pt modelId="{ED152783-4667-4945-B721-34B5D6AEFD86}">
      <dgm:prSet phldrT="[Texto]" custT="1"/>
      <dgm:spPr/>
      <dgm:t>
        <a:bodyPr/>
        <a:lstStyle/>
        <a:p>
          <a:r>
            <a:rPr lang="es-ES_tradnl" sz="1400" dirty="0"/>
            <a:t>Formación e información</a:t>
          </a:r>
          <a:endParaRPr lang="es-ES" sz="1400" dirty="0"/>
        </a:p>
      </dgm:t>
    </dgm:pt>
    <dgm:pt modelId="{770E20B4-416D-4985-9621-396AB9FDB6DE}" type="parTrans" cxnId="{46EC7D83-F46F-4F7B-B90D-E2F317B296DC}">
      <dgm:prSet/>
      <dgm:spPr/>
      <dgm:t>
        <a:bodyPr/>
        <a:lstStyle/>
        <a:p>
          <a:endParaRPr lang="es-ES"/>
        </a:p>
      </dgm:t>
    </dgm:pt>
    <dgm:pt modelId="{BD58692B-111E-4340-8684-F528147D9F99}" type="sibTrans" cxnId="{46EC7D83-F46F-4F7B-B90D-E2F317B296DC}">
      <dgm:prSet/>
      <dgm:spPr/>
      <dgm:t>
        <a:bodyPr/>
        <a:lstStyle/>
        <a:p>
          <a:endParaRPr lang="es-ES"/>
        </a:p>
      </dgm:t>
    </dgm:pt>
    <dgm:pt modelId="{2E4D2E8D-D69E-420B-8D3B-18E95FDCA360}">
      <dgm:prSet phldrT="[Texto]" custT="1"/>
      <dgm:spPr/>
      <dgm:t>
        <a:bodyPr/>
        <a:lstStyle/>
        <a:p>
          <a:pPr algn="ctr"/>
          <a:r>
            <a:rPr lang="es-ES_tradnl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Pantalla y luz</a:t>
          </a:r>
          <a:endParaRPr lang="es-ES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9762FE-5A72-4402-A82B-D90F5DB78505}" type="sibTrans" cxnId="{18C2E568-4DAD-4C81-84BF-C42FE614876E}">
      <dgm:prSet/>
      <dgm:spPr/>
      <dgm:t>
        <a:bodyPr/>
        <a:lstStyle/>
        <a:p>
          <a:endParaRPr lang="es-ES"/>
        </a:p>
      </dgm:t>
    </dgm:pt>
    <dgm:pt modelId="{3A0E3F78-5B0A-47CF-9E1F-349D889F21B8}" type="parTrans" cxnId="{18C2E568-4DAD-4C81-84BF-C42FE614876E}">
      <dgm:prSet/>
      <dgm:spPr/>
      <dgm:t>
        <a:bodyPr/>
        <a:lstStyle/>
        <a:p>
          <a:endParaRPr lang="es-ES"/>
        </a:p>
      </dgm:t>
    </dgm:pt>
    <dgm:pt modelId="{F0FE8492-2736-4283-9BBD-F60CC1BFCADD}" type="pres">
      <dgm:prSet presAssocID="{61854C89-F629-4B86-9B72-D52C2E64AA4A}" presName="Name0" presStyleCnt="0">
        <dgm:presLayoutVars>
          <dgm:dir/>
          <dgm:animLvl val="lvl"/>
          <dgm:resizeHandles val="exact"/>
        </dgm:presLayoutVars>
      </dgm:prSet>
      <dgm:spPr/>
    </dgm:pt>
    <dgm:pt modelId="{2BE50CCF-56F1-442B-9D06-6509E3A39779}" type="pres">
      <dgm:prSet presAssocID="{11E29C4A-C39F-479D-925E-159FE19EC29E}" presName="boxAndChildren" presStyleCnt="0"/>
      <dgm:spPr/>
    </dgm:pt>
    <dgm:pt modelId="{0896F4CC-419F-48ED-ABEF-7FE9F6EBDCBD}" type="pres">
      <dgm:prSet presAssocID="{11E29C4A-C39F-479D-925E-159FE19EC29E}" presName="parentTextBox" presStyleLbl="node1" presStyleIdx="0" presStyleCnt="3"/>
      <dgm:spPr/>
    </dgm:pt>
    <dgm:pt modelId="{FD32F715-ABB6-47C9-9C53-37A8F17F894C}" type="pres">
      <dgm:prSet presAssocID="{11E29C4A-C39F-479D-925E-159FE19EC29E}" presName="entireBox" presStyleLbl="node1" presStyleIdx="0" presStyleCnt="3" custScaleY="112612" custLinFactNeighborX="982" custLinFactNeighborY="-6211"/>
      <dgm:spPr/>
    </dgm:pt>
    <dgm:pt modelId="{11A2003D-457C-41AB-AF60-41A8A0CF6521}" type="pres">
      <dgm:prSet presAssocID="{11E29C4A-C39F-479D-925E-159FE19EC29E}" presName="descendantBox" presStyleCnt="0"/>
      <dgm:spPr/>
    </dgm:pt>
    <dgm:pt modelId="{45320903-6614-433E-805A-F015A0769F74}" type="pres">
      <dgm:prSet presAssocID="{2937D784-D6AE-476F-9A4B-E53195557ABF}" presName="childTextBox" presStyleLbl="fgAccFollowNode1" presStyleIdx="0" presStyleCnt="17" custScaleY="156343">
        <dgm:presLayoutVars>
          <dgm:bulletEnabled val="1"/>
        </dgm:presLayoutVars>
      </dgm:prSet>
      <dgm:spPr/>
    </dgm:pt>
    <dgm:pt modelId="{63977544-C1B2-4192-8864-6E81990C9CFA}" type="pres">
      <dgm:prSet presAssocID="{58BF28C1-A26E-44A1-8C54-7045A883261F}" presName="childTextBox" presStyleLbl="fgAccFollowNode1" presStyleIdx="1" presStyleCnt="17" custScaleY="150864">
        <dgm:presLayoutVars>
          <dgm:bulletEnabled val="1"/>
        </dgm:presLayoutVars>
      </dgm:prSet>
      <dgm:spPr/>
    </dgm:pt>
    <dgm:pt modelId="{60553E68-ADA1-4FD8-8881-C2EE5C347D7F}" type="pres">
      <dgm:prSet presAssocID="{045DD6E0-E0C6-4D4F-86F4-B8044688552F}" presName="childTextBox" presStyleLbl="fgAccFollowNode1" presStyleIdx="2" presStyleCnt="17" custScaleY="146229">
        <dgm:presLayoutVars>
          <dgm:bulletEnabled val="1"/>
        </dgm:presLayoutVars>
      </dgm:prSet>
      <dgm:spPr/>
    </dgm:pt>
    <dgm:pt modelId="{857F2B14-7BC3-43EC-8646-0649B7BDFDB4}" type="pres">
      <dgm:prSet presAssocID="{FEA268CC-98B3-4377-ABF1-05FBEC8E6A75}" presName="childTextBox" presStyleLbl="fgAccFollowNode1" presStyleIdx="3" presStyleCnt="17" custScaleY="142839">
        <dgm:presLayoutVars>
          <dgm:bulletEnabled val="1"/>
        </dgm:presLayoutVars>
      </dgm:prSet>
      <dgm:spPr/>
    </dgm:pt>
    <dgm:pt modelId="{CE6A725F-EAA8-4A62-9ECE-4AA5004F028F}" type="pres">
      <dgm:prSet presAssocID="{F31BE5DD-91A2-46BD-848B-EA05CB47F9F9}" presName="childTextBox" presStyleLbl="fgAccFollowNode1" presStyleIdx="4" presStyleCnt="17" custScaleY="145796" custLinFactNeighborX="-1611" custLinFactNeighborY="-5497">
        <dgm:presLayoutVars>
          <dgm:bulletEnabled val="1"/>
        </dgm:presLayoutVars>
      </dgm:prSet>
      <dgm:spPr/>
    </dgm:pt>
    <dgm:pt modelId="{B86D22B3-7879-49FA-BBBA-10DF99DC881E}" type="pres">
      <dgm:prSet presAssocID="{ED152783-4667-4945-B721-34B5D6AEFD86}" presName="childTextBox" presStyleLbl="fgAccFollowNode1" presStyleIdx="5" presStyleCnt="17" custScaleY="161800" custLinFactNeighborX="5552" custLinFactNeighborY="9099">
        <dgm:presLayoutVars>
          <dgm:bulletEnabled val="1"/>
        </dgm:presLayoutVars>
      </dgm:prSet>
      <dgm:spPr/>
    </dgm:pt>
    <dgm:pt modelId="{A86E2472-D9AE-4106-A362-9617BC4DFF11}" type="pres">
      <dgm:prSet presAssocID="{1EE5F9D9-E79A-4610-9081-9518096AAAE0}" presName="sp" presStyleCnt="0"/>
      <dgm:spPr/>
    </dgm:pt>
    <dgm:pt modelId="{CC7D5C37-7805-49DD-AE3C-918C74DB6282}" type="pres">
      <dgm:prSet presAssocID="{5E93736C-F792-4CC5-AA70-9F6E330B7B85}" presName="arrowAndChildren" presStyleCnt="0"/>
      <dgm:spPr/>
    </dgm:pt>
    <dgm:pt modelId="{BBF915F5-08DA-44A1-B2E6-C138FC16993C}" type="pres">
      <dgm:prSet presAssocID="{5E93736C-F792-4CC5-AA70-9F6E330B7B85}" presName="parentTextArrow" presStyleLbl="node1" presStyleIdx="0" presStyleCnt="3"/>
      <dgm:spPr/>
    </dgm:pt>
    <dgm:pt modelId="{B6D104E2-1C2F-47C1-B717-ACD859953C33}" type="pres">
      <dgm:prSet presAssocID="{5E93736C-F792-4CC5-AA70-9F6E330B7B85}" presName="arrow" presStyleLbl="node1" presStyleIdx="1" presStyleCnt="3" custLinFactNeighborY="-2850"/>
      <dgm:spPr/>
    </dgm:pt>
    <dgm:pt modelId="{D1711DB1-56CE-403F-A44A-12885C5C3EBE}" type="pres">
      <dgm:prSet presAssocID="{5E93736C-F792-4CC5-AA70-9F6E330B7B85}" presName="descendantArrow" presStyleCnt="0"/>
      <dgm:spPr/>
    </dgm:pt>
    <dgm:pt modelId="{03F39E77-9215-4435-9C5D-7EAB28E0E9E6}" type="pres">
      <dgm:prSet presAssocID="{4B26B124-4CD4-4116-AEF1-A7A6413DAADE}" presName="childTextArrow" presStyleLbl="fgAccFollowNode1" presStyleIdx="6" presStyleCnt="17">
        <dgm:presLayoutVars>
          <dgm:bulletEnabled val="1"/>
        </dgm:presLayoutVars>
      </dgm:prSet>
      <dgm:spPr/>
    </dgm:pt>
    <dgm:pt modelId="{F0546467-6CFE-4A1D-84E2-2F7193CFBF18}" type="pres">
      <dgm:prSet presAssocID="{5809C56A-1D4C-47B5-B040-039DDBEB1C82}" presName="childTextArrow" presStyleLbl="fgAccFollowNode1" presStyleIdx="7" presStyleCnt="17" custScaleX="112982" custLinFactNeighborX="1519" custLinFactNeighborY="8767">
        <dgm:presLayoutVars>
          <dgm:bulletEnabled val="1"/>
        </dgm:presLayoutVars>
      </dgm:prSet>
      <dgm:spPr/>
    </dgm:pt>
    <dgm:pt modelId="{27257D5D-4D58-4602-8083-1961B3CEB4E0}" type="pres">
      <dgm:prSet presAssocID="{68474BA0-DBE0-4B70-A683-442B676EBE2E}" presName="childTextArrow" presStyleLbl="fgAccFollowNode1" presStyleIdx="8" presStyleCnt="17">
        <dgm:presLayoutVars>
          <dgm:bulletEnabled val="1"/>
        </dgm:presLayoutVars>
      </dgm:prSet>
      <dgm:spPr/>
    </dgm:pt>
    <dgm:pt modelId="{05295AF9-9E02-4714-9514-81B5216EC0CA}" type="pres">
      <dgm:prSet presAssocID="{9461FD6F-B570-4062-B37D-F8A999993230}" presName="childTextArrow" presStyleLbl="fgAccFollowNode1" presStyleIdx="9" presStyleCnt="17">
        <dgm:presLayoutVars>
          <dgm:bulletEnabled val="1"/>
        </dgm:presLayoutVars>
      </dgm:prSet>
      <dgm:spPr/>
    </dgm:pt>
    <dgm:pt modelId="{89C5CE9F-28C7-42D4-853B-F980A740619D}" type="pres">
      <dgm:prSet presAssocID="{21E3203B-7A92-4389-9708-EFC128AF0D03}" presName="childTextArrow" presStyleLbl="fgAccFollowNode1" presStyleIdx="10" presStyleCnt="17" custScaleX="140774">
        <dgm:presLayoutVars>
          <dgm:bulletEnabled val="1"/>
        </dgm:presLayoutVars>
      </dgm:prSet>
      <dgm:spPr/>
    </dgm:pt>
    <dgm:pt modelId="{C553FB64-3C88-4BA1-BDD4-131FB7784D5E}" type="pres">
      <dgm:prSet presAssocID="{878EE1CE-D48F-4664-A561-B5314DB97D37}" presName="childTextArrow" presStyleLbl="fgAccFollowNode1" presStyleIdx="11" presStyleCnt="17">
        <dgm:presLayoutVars>
          <dgm:bulletEnabled val="1"/>
        </dgm:presLayoutVars>
      </dgm:prSet>
      <dgm:spPr/>
    </dgm:pt>
    <dgm:pt modelId="{3C8F6111-8CA7-4A9F-A830-5FCCDF758498}" type="pres">
      <dgm:prSet presAssocID="{AB9762FE-5A72-4402-A82B-D90F5DB78505}" presName="sp" presStyleCnt="0"/>
      <dgm:spPr/>
    </dgm:pt>
    <dgm:pt modelId="{742B7DFD-B19F-412E-96DC-7CD9DBE7C1A6}" type="pres">
      <dgm:prSet presAssocID="{2E4D2E8D-D69E-420B-8D3B-18E95FDCA360}" presName="arrowAndChildren" presStyleCnt="0"/>
      <dgm:spPr/>
    </dgm:pt>
    <dgm:pt modelId="{33666B71-D991-43BA-A7D9-6243AE8A4D16}" type="pres">
      <dgm:prSet presAssocID="{2E4D2E8D-D69E-420B-8D3B-18E95FDCA360}" presName="parentTextArrow" presStyleLbl="node1" presStyleIdx="1" presStyleCnt="3"/>
      <dgm:spPr/>
    </dgm:pt>
    <dgm:pt modelId="{8E37D36D-3940-4D8E-8177-F7F18685B541}" type="pres">
      <dgm:prSet presAssocID="{2E4D2E8D-D69E-420B-8D3B-18E95FDCA360}" presName="arrow" presStyleLbl="node1" presStyleIdx="2" presStyleCnt="3" custLinFactNeighborY="-38419"/>
      <dgm:spPr/>
    </dgm:pt>
    <dgm:pt modelId="{74DEB3B3-A423-49FE-B775-D4952A998B90}" type="pres">
      <dgm:prSet presAssocID="{2E4D2E8D-D69E-420B-8D3B-18E95FDCA360}" presName="descendantArrow" presStyleCnt="0"/>
      <dgm:spPr/>
    </dgm:pt>
    <dgm:pt modelId="{74035E51-5F7D-492D-831D-E7416FC0A30D}" type="pres">
      <dgm:prSet presAssocID="{4F7BA7B6-8160-4FAA-B9C6-082266CA9EEA}" presName="childTextArrow" presStyleLbl="fgAccFollowNode1" presStyleIdx="12" presStyleCnt="17" custScaleY="171873">
        <dgm:presLayoutVars>
          <dgm:bulletEnabled val="1"/>
        </dgm:presLayoutVars>
      </dgm:prSet>
      <dgm:spPr/>
    </dgm:pt>
    <dgm:pt modelId="{5E7EC5B2-2BA1-41F0-A04E-41A32867A7BE}" type="pres">
      <dgm:prSet presAssocID="{D6B74DB0-9D94-4921-A5DE-5E489F454EDC}" presName="childTextArrow" presStyleLbl="fgAccFollowNode1" presStyleIdx="13" presStyleCnt="17" custScaleY="171873">
        <dgm:presLayoutVars>
          <dgm:bulletEnabled val="1"/>
        </dgm:presLayoutVars>
      </dgm:prSet>
      <dgm:spPr/>
    </dgm:pt>
    <dgm:pt modelId="{9E94DDF8-9165-4661-9BE4-F7A95988DADC}" type="pres">
      <dgm:prSet presAssocID="{39725594-BA5D-481B-88D3-1420DFEAEC72}" presName="childTextArrow" presStyleLbl="fgAccFollowNode1" presStyleIdx="14" presStyleCnt="17" custScaleY="171873">
        <dgm:presLayoutVars>
          <dgm:bulletEnabled val="1"/>
        </dgm:presLayoutVars>
      </dgm:prSet>
      <dgm:spPr/>
    </dgm:pt>
    <dgm:pt modelId="{E87B7403-F903-40DB-9AB4-C31B1AD870BA}" type="pres">
      <dgm:prSet presAssocID="{0368D15D-E4B5-4554-A21B-B065863F92A5}" presName="childTextArrow" presStyleLbl="fgAccFollowNode1" presStyleIdx="15" presStyleCnt="17" custScaleY="171873">
        <dgm:presLayoutVars>
          <dgm:bulletEnabled val="1"/>
        </dgm:presLayoutVars>
      </dgm:prSet>
      <dgm:spPr/>
    </dgm:pt>
    <dgm:pt modelId="{FECA9553-1333-4CE9-BE52-5B15744445E4}" type="pres">
      <dgm:prSet presAssocID="{8B8DBFD2-3B30-41FA-8CF1-0A60A540661C}" presName="childTextArrow" presStyleLbl="fgAccFollowNode1" presStyleIdx="16" presStyleCnt="17" custScaleY="171873">
        <dgm:presLayoutVars>
          <dgm:bulletEnabled val="1"/>
        </dgm:presLayoutVars>
      </dgm:prSet>
      <dgm:spPr/>
    </dgm:pt>
  </dgm:ptLst>
  <dgm:cxnLst>
    <dgm:cxn modelId="{CF875403-C5C0-4CB3-8EEF-79CA88279000}" type="presOf" srcId="{F31BE5DD-91A2-46BD-848B-EA05CB47F9F9}" destId="{CE6A725F-EAA8-4A62-9ECE-4AA5004F028F}" srcOrd="0" destOrd="0" presId="urn:microsoft.com/office/officeart/2005/8/layout/process4"/>
    <dgm:cxn modelId="{DDACEC04-D66E-46FE-B123-C07FBB876A9D}" srcId="{5E93736C-F792-4CC5-AA70-9F6E330B7B85}" destId="{9461FD6F-B570-4062-B37D-F8A999993230}" srcOrd="3" destOrd="0" parTransId="{C2737974-F669-4D78-9155-C05B4A6F1987}" sibTransId="{8BB5182B-175B-4F96-B00E-79692470EF91}"/>
    <dgm:cxn modelId="{3238180E-C31C-4E71-8E9D-C49282FAB604}" srcId="{11E29C4A-C39F-479D-925E-159FE19EC29E}" destId="{FEA268CC-98B3-4377-ABF1-05FBEC8E6A75}" srcOrd="3" destOrd="0" parTransId="{590A3D59-0A53-4717-A617-9DFB227F59C8}" sibTransId="{41E2185F-B9DD-43FE-8AC5-E62ACCC7B1D3}"/>
    <dgm:cxn modelId="{6A628A13-C0CA-4210-B62B-F31982AE0F3A}" srcId="{61854C89-F629-4B86-9B72-D52C2E64AA4A}" destId="{5E93736C-F792-4CC5-AA70-9F6E330B7B85}" srcOrd="1" destOrd="0" parTransId="{EED389C0-991D-4177-8465-1A810144B687}" sibTransId="{1EE5F9D9-E79A-4610-9081-9518096AAAE0}"/>
    <dgm:cxn modelId="{466A6716-629C-4D41-A9B5-51645C723969}" type="presOf" srcId="{61854C89-F629-4B86-9B72-D52C2E64AA4A}" destId="{F0FE8492-2736-4283-9BBD-F60CC1BFCADD}" srcOrd="0" destOrd="0" presId="urn:microsoft.com/office/officeart/2005/8/layout/process4"/>
    <dgm:cxn modelId="{8360D731-F9F6-4F09-99CD-70A9C8EE3488}" type="presOf" srcId="{2E4D2E8D-D69E-420B-8D3B-18E95FDCA360}" destId="{8E37D36D-3940-4D8E-8177-F7F18685B541}" srcOrd="1" destOrd="0" presId="urn:microsoft.com/office/officeart/2005/8/layout/process4"/>
    <dgm:cxn modelId="{57462132-0C17-48CA-AF32-587EF4841BFE}" type="presOf" srcId="{39725594-BA5D-481B-88D3-1420DFEAEC72}" destId="{9E94DDF8-9165-4661-9BE4-F7A95988DADC}" srcOrd="0" destOrd="0" presId="urn:microsoft.com/office/officeart/2005/8/layout/process4"/>
    <dgm:cxn modelId="{85E3D534-694B-4F90-916C-967CB383A161}" srcId="{11E29C4A-C39F-479D-925E-159FE19EC29E}" destId="{58BF28C1-A26E-44A1-8C54-7045A883261F}" srcOrd="1" destOrd="0" parTransId="{ACA5E3F7-1686-48FB-8AAE-7A2EFCB70221}" sibTransId="{495E10EF-3C52-4591-A70A-317DB89159AE}"/>
    <dgm:cxn modelId="{60D96C36-9E2E-4B3C-B43E-4470794F01CE}" type="presOf" srcId="{ED152783-4667-4945-B721-34B5D6AEFD86}" destId="{B86D22B3-7879-49FA-BBBA-10DF99DC881E}" srcOrd="0" destOrd="0" presId="urn:microsoft.com/office/officeart/2005/8/layout/process4"/>
    <dgm:cxn modelId="{A0680861-B43D-40E9-A4A4-32006E091D49}" srcId="{11E29C4A-C39F-479D-925E-159FE19EC29E}" destId="{045DD6E0-E0C6-4D4F-86F4-B8044688552F}" srcOrd="2" destOrd="0" parTransId="{A2A03AD4-9690-4B55-A4A5-37C4F1584B33}" sibTransId="{ECF8A6E1-E595-4571-8D5D-51928ED3681D}"/>
    <dgm:cxn modelId="{518CE142-E7DB-4747-8589-9B2F9C831213}" type="presOf" srcId="{FEA268CC-98B3-4377-ABF1-05FBEC8E6A75}" destId="{857F2B14-7BC3-43EC-8646-0649B7BDFDB4}" srcOrd="0" destOrd="0" presId="urn:microsoft.com/office/officeart/2005/8/layout/process4"/>
    <dgm:cxn modelId="{18C2E568-4DAD-4C81-84BF-C42FE614876E}" srcId="{61854C89-F629-4B86-9B72-D52C2E64AA4A}" destId="{2E4D2E8D-D69E-420B-8D3B-18E95FDCA360}" srcOrd="0" destOrd="0" parTransId="{3A0E3F78-5B0A-47CF-9E1F-349D889F21B8}" sibTransId="{AB9762FE-5A72-4402-A82B-D90F5DB78505}"/>
    <dgm:cxn modelId="{B7E18E69-F269-4140-8019-DBD4C585DB1A}" type="presOf" srcId="{045DD6E0-E0C6-4D4F-86F4-B8044688552F}" destId="{60553E68-ADA1-4FD8-8881-C2EE5C347D7F}" srcOrd="0" destOrd="0" presId="urn:microsoft.com/office/officeart/2005/8/layout/process4"/>
    <dgm:cxn modelId="{801C9C69-8FA8-4D93-8942-01B880B7C98D}" type="presOf" srcId="{9461FD6F-B570-4062-B37D-F8A999993230}" destId="{05295AF9-9E02-4714-9514-81B5216EC0CA}" srcOrd="0" destOrd="0" presId="urn:microsoft.com/office/officeart/2005/8/layout/process4"/>
    <dgm:cxn modelId="{C546694B-1324-46A9-A05A-249BBA8F73DD}" type="presOf" srcId="{68474BA0-DBE0-4B70-A683-442B676EBE2E}" destId="{27257D5D-4D58-4602-8083-1961B3CEB4E0}" srcOrd="0" destOrd="0" presId="urn:microsoft.com/office/officeart/2005/8/layout/process4"/>
    <dgm:cxn modelId="{7860874E-8E71-4BBB-8097-80F6F43B98DC}" type="presOf" srcId="{5E93736C-F792-4CC5-AA70-9F6E330B7B85}" destId="{BBF915F5-08DA-44A1-B2E6-C138FC16993C}" srcOrd="0" destOrd="0" presId="urn:microsoft.com/office/officeart/2005/8/layout/process4"/>
    <dgm:cxn modelId="{2D081A70-5EF8-4274-8478-D41E2D24FA39}" srcId="{5E93736C-F792-4CC5-AA70-9F6E330B7B85}" destId="{5809C56A-1D4C-47B5-B040-039DDBEB1C82}" srcOrd="1" destOrd="0" parTransId="{982EEDED-8FEA-4F2C-AD15-EB1466841706}" sibTransId="{A63AFC7B-F3E1-44D5-A076-384B461F95F2}"/>
    <dgm:cxn modelId="{3B068453-BD9C-4470-B09C-1C9A263F9085}" type="presOf" srcId="{0368D15D-E4B5-4554-A21B-B065863F92A5}" destId="{E87B7403-F903-40DB-9AB4-C31B1AD870BA}" srcOrd="0" destOrd="0" presId="urn:microsoft.com/office/officeart/2005/8/layout/process4"/>
    <dgm:cxn modelId="{B10ABB7E-B406-4C02-AD58-334831E333BF}" srcId="{2E4D2E8D-D69E-420B-8D3B-18E95FDCA360}" destId="{0368D15D-E4B5-4554-A21B-B065863F92A5}" srcOrd="3" destOrd="0" parTransId="{30BC84C6-C55A-4FA5-B308-331ABFC5B954}" sibTransId="{717CC5EE-F5A9-4FED-BFA5-5FBD39582990}"/>
    <dgm:cxn modelId="{46EC7D83-F46F-4F7B-B90D-E2F317B296DC}" srcId="{11E29C4A-C39F-479D-925E-159FE19EC29E}" destId="{ED152783-4667-4945-B721-34B5D6AEFD86}" srcOrd="5" destOrd="0" parTransId="{770E20B4-416D-4985-9621-396AB9FDB6DE}" sibTransId="{BD58692B-111E-4340-8684-F528147D9F99}"/>
    <dgm:cxn modelId="{35C95A87-47E4-4A90-A698-5016A2C21651}" srcId="{11E29C4A-C39F-479D-925E-159FE19EC29E}" destId="{2937D784-D6AE-476F-9A4B-E53195557ABF}" srcOrd="0" destOrd="0" parTransId="{C5CCE095-0EB2-48B3-A008-A8A60DA6B127}" sibTransId="{442FEAEF-92ED-4637-9AE2-00D6D54DFA0D}"/>
    <dgm:cxn modelId="{FDD5AA8A-08AD-4754-84C8-B609F0CD89B8}" srcId="{2E4D2E8D-D69E-420B-8D3B-18E95FDCA360}" destId="{D6B74DB0-9D94-4921-A5DE-5E489F454EDC}" srcOrd="1" destOrd="0" parTransId="{5A8BFCD3-5317-4A37-9CA5-BB8856ECB071}" sibTransId="{39AC1A65-2EE5-4447-A113-A80AE30533A7}"/>
    <dgm:cxn modelId="{5AE3898C-CCEB-4CCB-B1CB-5E0AEF4054A5}" type="presOf" srcId="{5E93736C-F792-4CC5-AA70-9F6E330B7B85}" destId="{B6D104E2-1C2F-47C1-B717-ACD859953C33}" srcOrd="1" destOrd="0" presId="urn:microsoft.com/office/officeart/2005/8/layout/process4"/>
    <dgm:cxn modelId="{9FD8A595-4254-4CC6-8CFA-39D363BD9F52}" type="presOf" srcId="{11E29C4A-C39F-479D-925E-159FE19EC29E}" destId="{0896F4CC-419F-48ED-ABEF-7FE9F6EBDCBD}" srcOrd="0" destOrd="0" presId="urn:microsoft.com/office/officeart/2005/8/layout/process4"/>
    <dgm:cxn modelId="{3977E799-14B0-4A3D-9318-8E0B51853B6B}" type="presOf" srcId="{21E3203B-7A92-4389-9708-EFC128AF0D03}" destId="{89C5CE9F-28C7-42D4-853B-F980A740619D}" srcOrd="0" destOrd="0" presId="urn:microsoft.com/office/officeart/2005/8/layout/process4"/>
    <dgm:cxn modelId="{0B352E9B-D368-4849-9709-868D7A5474AA}" type="presOf" srcId="{58BF28C1-A26E-44A1-8C54-7045A883261F}" destId="{63977544-C1B2-4192-8864-6E81990C9CFA}" srcOrd="0" destOrd="0" presId="urn:microsoft.com/office/officeart/2005/8/layout/process4"/>
    <dgm:cxn modelId="{360AF69C-1F32-411A-9309-465DBC382A85}" srcId="{11E29C4A-C39F-479D-925E-159FE19EC29E}" destId="{F31BE5DD-91A2-46BD-848B-EA05CB47F9F9}" srcOrd="4" destOrd="0" parTransId="{25D75CBD-E5D3-446F-A991-C9588991E906}" sibTransId="{2C98791C-55D2-492C-ABDA-CE43FEED4321}"/>
    <dgm:cxn modelId="{1440329D-9476-4E1A-8359-EEC9E0F7BBFB}" srcId="{61854C89-F629-4B86-9B72-D52C2E64AA4A}" destId="{11E29C4A-C39F-479D-925E-159FE19EC29E}" srcOrd="2" destOrd="0" parTransId="{35D6A528-20AE-490C-B5F5-46373781568D}" sibTransId="{556ADA86-8B22-465F-8278-691584F089A0}"/>
    <dgm:cxn modelId="{BD2F989E-F788-421C-9406-781B01451C0D}" type="presOf" srcId="{2E4D2E8D-D69E-420B-8D3B-18E95FDCA360}" destId="{33666B71-D991-43BA-A7D9-6243AE8A4D16}" srcOrd="0" destOrd="0" presId="urn:microsoft.com/office/officeart/2005/8/layout/process4"/>
    <dgm:cxn modelId="{2DAC3DA2-1153-42B2-9F68-A735606FEF3B}" srcId="{5E93736C-F792-4CC5-AA70-9F6E330B7B85}" destId="{68474BA0-DBE0-4B70-A683-442B676EBE2E}" srcOrd="2" destOrd="0" parTransId="{C5E45BA4-0C3C-4AA8-9758-7C482FE6C062}" sibTransId="{4EA9912E-5AB9-4613-B2E4-C37389A79F94}"/>
    <dgm:cxn modelId="{7401DFA3-0DFA-4998-9156-4638D2CF69AF}" type="presOf" srcId="{D6B74DB0-9D94-4921-A5DE-5E489F454EDC}" destId="{5E7EC5B2-2BA1-41F0-A04E-41A32867A7BE}" srcOrd="0" destOrd="0" presId="urn:microsoft.com/office/officeart/2005/8/layout/process4"/>
    <dgm:cxn modelId="{0431AEA6-0D7B-430D-B924-0D56215D1BD1}" srcId="{2E4D2E8D-D69E-420B-8D3B-18E95FDCA360}" destId="{4F7BA7B6-8160-4FAA-B9C6-082266CA9EEA}" srcOrd="0" destOrd="0" parTransId="{B63CBCE2-0B37-473C-ABC8-94F3B0654A1D}" sibTransId="{B4ED7BCB-D7F3-4F24-9229-7734D57E764B}"/>
    <dgm:cxn modelId="{86C959A9-53F8-4EEC-BE55-2EF6C33A8B5B}" type="presOf" srcId="{4F7BA7B6-8160-4FAA-B9C6-082266CA9EEA}" destId="{74035E51-5F7D-492D-831D-E7416FC0A30D}" srcOrd="0" destOrd="0" presId="urn:microsoft.com/office/officeart/2005/8/layout/process4"/>
    <dgm:cxn modelId="{8361E2B7-FE98-4BF8-BDED-CDB9E85A9485}" type="presOf" srcId="{8B8DBFD2-3B30-41FA-8CF1-0A60A540661C}" destId="{FECA9553-1333-4CE9-BE52-5B15744445E4}" srcOrd="0" destOrd="0" presId="urn:microsoft.com/office/officeart/2005/8/layout/process4"/>
    <dgm:cxn modelId="{CD9CABBA-7B6B-40D3-9780-481EDC7DB629}" srcId="{2E4D2E8D-D69E-420B-8D3B-18E95FDCA360}" destId="{39725594-BA5D-481B-88D3-1420DFEAEC72}" srcOrd="2" destOrd="0" parTransId="{1CE22FEA-CF7B-42E8-833B-CD6FA21BBDD7}" sibTransId="{993F31CB-1B38-4142-A508-193D505D507C}"/>
    <dgm:cxn modelId="{3A401FC4-3D77-4D27-8570-E87A19F74468}" srcId="{2E4D2E8D-D69E-420B-8D3B-18E95FDCA360}" destId="{8B8DBFD2-3B30-41FA-8CF1-0A60A540661C}" srcOrd="4" destOrd="0" parTransId="{3E0F4683-BA2F-48A5-98C5-67C23D5B083B}" sibTransId="{4ACB8193-D943-4BFD-933B-7DF2C870A73A}"/>
    <dgm:cxn modelId="{DB7E46C9-4EFE-4A2A-928E-E9BA81012DB6}" srcId="{5E93736C-F792-4CC5-AA70-9F6E330B7B85}" destId="{21E3203B-7A92-4389-9708-EFC128AF0D03}" srcOrd="4" destOrd="0" parTransId="{71935804-0659-4FA2-BF82-93D53F922594}" sibTransId="{82189324-C9DD-4334-859E-2BDAD2A5535F}"/>
    <dgm:cxn modelId="{BF96CAC9-4620-4657-AFC3-9D5A32B484E1}" srcId="{5E93736C-F792-4CC5-AA70-9F6E330B7B85}" destId="{878EE1CE-D48F-4664-A561-B5314DB97D37}" srcOrd="5" destOrd="0" parTransId="{053CFDFD-5381-4063-9EE5-9FC381BD7E69}" sibTransId="{474DC4BD-E4CD-44C1-A00B-B280AF681222}"/>
    <dgm:cxn modelId="{79F92ED4-105E-4E88-A82F-339495B04BB7}" type="presOf" srcId="{878EE1CE-D48F-4664-A561-B5314DB97D37}" destId="{C553FB64-3C88-4BA1-BDD4-131FB7784D5E}" srcOrd="0" destOrd="0" presId="urn:microsoft.com/office/officeart/2005/8/layout/process4"/>
    <dgm:cxn modelId="{D3BF41DB-28B5-4769-BC0B-35F3785334FC}" type="presOf" srcId="{2937D784-D6AE-476F-9A4B-E53195557ABF}" destId="{45320903-6614-433E-805A-F015A0769F74}" srcOrd="0" destOrd="0" presId="urn:microsoft.com/office/officeart/2005/8/layout/process4"/>
    <dgm:cxn modelId="{5C4F37E4-E46B-45C2-A2D4-0D149880E444}" type="presOf" srcId="{11E29C4A-C39F-479D-925E-159FE19EC29E}" destId="{FD32F715-ABB6-47C9-9C53-37A8F17F894C}" srcOrd="1" destOrd="0" presId="urn:microsoft.com/office/officeart/2005/8/layout/process4"/>
    <dgm:cxn modelId="{DE8653E4-C2AB-4E7A-A4E2-505D70F45380}" srcId="{5E93736C-F792-4CC5-AA70-9F6E330B7B85}" destId="{4B26B124-4CD4-4116-AEF1-A7A6413DAADE}" srcOrd="0" destOrd="0" parTransId="{001F5346-1B95-4670-99C7-AA1A464EB30D}" sibTransId="{84128CAC-3E57-4F16-A3A4-FD81335C4A0D}"/>
    <dgm:cxn modelId="{123E51F5-8F8C-4170-A768-25D774BE8DCF}" type="presOf" srcId="{5809C56A-1D4C-47B5-B040-039DDBEB1C82}" destId="{F0546467-6CFE-4A1D-84E2-2F7193CFBF18}" srcOrd="0" destOrd="0" presId="urn:microsoft.com/office/officeart/2005/8/layout/process4"/>
    <dgm:cxn modelId="{FBFA0AFD-C944-4214-A6AC-8ADFA9727DBE}" type="presOf" srcId="{4B26B124-4CD4-4116-AEF1-A7A6413DAADE}" destId="{03F39E77-9215-4435-9C5D-7EAB28E0E9E6}" srcOrd="0" destOrd="0" presId="urn:microsoft.com/office/officeart/2005/8/layout/process4"/>
    <dgm:cxn modelId="{1D417C32-516F-4758-904A-1EDFD55F547D}" type="presParOf" srcId="{F0FE8492-2736-4283-9BBD-F60CC1BFCADD}" destId="{2BE50CCF-56F1-442B-9D06-6509E3A39779}" srcOrd="0" destOrd="0" presId="urn:microsoft.com/office/officeart/2005/8/layout/process4"/>
    <dgm:cxn modelId="{761E35E0-FCE5-4715-A61E-7318405E1B8E}" type="presParOf" srcId="{2BE50CCF-56F1-442B-9D06-6509E3A39779}" destId="{0896F4CC-419F-48ED-ABEF-7FE9F6EBDCBD}" srcOrd="0" destOrd="0" presId="urn:microsoft.com/office/officeart/2005/8/layout/process4"/>
    <dgm:cxn modelId="{711B094A-75AA-4DAB-9586-C8AEFA3DB89E}" type="presParOf" srcId="{2BE50CCF-56F1-442B-9D06-6509E3A39779}" destId="{FD32F715-ABB6-47C9-9C53-37A8F17F894C}" srcOrd="1" destOrd="0" presId="urn:microsoft.com/office/officeart/2005/8/layout/process4"/>
    <dgm:cxn modelId="{72F9DC82-9A18-4D03-B495-1C794BB92E0D}" type="presParOf" srcId="{2BE50CCF-56F1-442B-9D06-6509E3A39779}" destId="{11A2003D-457C-41AB-AF60-41A8A0CF6521}" srcOrd="2" destOrd="0" presId="urn:microsoft.com/office/officeart/2005/8/layout/process4"/>
    <dgm:cxn modelId="{2002C6A7-3819-46E6-A12A-D34880441021}" type="presParOf" srcId="{11A2003D-457C-41AB-AF60-41A8A0CF6521}" destId="{45320903-6614-433E-805A-F015A0769F74}" srcOrd="0" destOrd="0" presId="urn:microsoft.com/office/officeart/2005/8/layout/process4"/>
    <dgm:cxn modelId="{51F40B7D-7166-43A2-8AA8-3D2A047268D9}" type="presParOf" srcId="{11A2003D-457C-41AB-AF60-41A8A0CF6521}" destId="{63977544-C1B2-4192-8864-6E81990C9CFA}" srcOrd="1" destOrd="0" presId="urn:microsoft.com/office/officeart/2005/8/layout/process4"/>
    <dgm:cxn modelId="{AA48E954-9E6F-418C-8CDD-D451BC39D04C}" type="presParOf" srcId="{11A2003D-457C-41AB-AF60-41A8A0CF6521}" destId="{60553E68-ADA1-4FD8-8881-C2EE5C347D7F}" srcOrd="2" destOrd="0" presId="urn:microsoft.com/office/officeart/2005/8/layout/process4"/>
    <dgm:cxn modelId="{B5995504-5795-4196-A659-4ADC93041F22}" type="presParOf" srcId="{11A2003D-457C-41AB-AF60-41A8A0CF6521}" destId="{857F2B14-7BC3-43EC-8646-0649B7BDFDB4}" srcOrd="3" destOrd="0" presId="urn:microsoft.com/office/officeart/2005/8/layout/process4"/>
    <dgm:cxn modelId="{7AD4C370-C66E-46B9-B0A9-C8958A3BE395}" type="presParOf" srcId="{11A2003D-457C-41AB-AF60-41A8A0CF6521}" destId="{CE6A725F-EAA8-4A62-9ECE-4AA5004F028F}" srcOrd="4" destOrd="0" presId="urn:microsoft.com/office/officeart/2005/8/layout/process4"/>
    <dgm:cxn modelId="{EAE5FAA9-B3E0-405A-B17B-8C8F9E9C149A}" type="presParOf" srcId="{11A2003D-457C-41AB-AF60-41A8A0CF6521}" destId="{B86D22B3-7879-49FA-BBBA-10DF99DC881E}" srcOrd="5" destOrd="0" presId="urn:microsoft.com/office/officeart/2005/8/layout/process4"/>
    <dgm:cxn modelId="{326C830D-2869-4153-A01A-C8224A020D3D}" type="presParOf" srcId="{F0FE8492-2736-4283-9BBD-F60CC1BFCADD}" destId="{A86E2472-D9AE-4106-A362-9617BC4DFF11}" srcOrd="1" destOrd="0" presId="urn:microsoft.com/office/officeart/2005/8/layout/process4"/>
    <dgm:cxn modelId="{DFEABF24-8FF3-4BCF-861B-05916AF998C0}" type="presParOf" srcId="{F0FE8492-2736-4283-9BBD-F60CC1BFCADD}" destId="{CC7D5C37-7805-49DD-AE3C-918C74DB6282}" srcOrd="2" destOrd="0" presId="urn:microsoft.com/office/officeart/2005/8/layout/process4"/>
    <dgm:cxn modelId="{A0D33EA6-8411-4795-AC55-A92E24CDFFEB}" type="presParOf" srcId="{CC7D5C37-7805-49DD-AE3C-918C74DB6282}" destId="{BBF915F5-08DA-44A1-B2E6-C138FC16993C}" srcOrd="0" destOrd="0" presId="urn:microsoft.com/office/officeart/2005/8/layout/process4"/>
    <dgm:cxn modelId="{B2FC4026-DC82-4412-BB32-EA9582FB5736}" type="presParOf" srcId="{CC7D5C37-7805-49DD-AE3C-918C74DB6282}" destId="{B6D104E2-1C2F-47C1-B717-ACD859953C33}" srcOrd="1" destOrd="0" presId="urn:microsoft.com/office/officeart/2005/8/layout/process4"/>
    <dgm:cxn modelId="{0F4B04C1-30A8-4245-9667-45B0D94BA89B}" type="presParOf" srcId="{CC7D5C37-7805-49DD-AE3C-918C74DB6282}" destId="{D1711DB1-56CE-403F-A44A-12885C5C3EBE}" srcOrd="2" destOrd="0" presId="urn:microsoft.com/office/officeart/2005/8/layout/process4"/>
    <dgm:cxn modelId="{309DB9FC-EAFE-4F61-A4C1-866E258A18F0}" type="presParOf" srcId="{D1711DB1-56CE-403F-A44A-12885C5C3EBE}" destId="{03F39E77-9215-4435-9C5D-7EAB28E0E9E6}" srcOrd="0" destOrd="0" presId="urn:microsoft.com/office/officeart/2005/8/layout/process4"/>
    <dgm:cxn modelId="{D56FF2A7-E12E-40D6-AB28-78A68103C80C}" type="presParOf" srcId="{D1711DB1-56CE-403F-A44A-12885C5C3EBE}" destId="{F0546467-6CFE-4A1D-84E2-2F7193CFBF18}" srcOrd="1" destOrd="0" presId="urn:microsoft.com/office/officeart/2005/8/layout/process4"/>
    <dgm:cxn modelId="{66E6C1BD-CE32-408A-8534-6BCD538AEF75}" type="presParOf" srcId="{D1711DB1-56CE-403F-A44A-12885C5C3EBE}" destId="{27257D5D-4D58-4602-8083-1961B3CEB4E0}" srcOrd="2" destOrd="0" presId="urn:microsoft.com/office/officeart/2005/8/layout/process4"/>
    <dgm:cxn modelId="{4D094791-CB87-4A4B-8FA9-AD40E678543A}" type="presParOf" srcId="{D1711DB1-56CE-403F-A44A-12885C5C3EBE}" destId="{05295AF9-9E02-4714-9514-81B5216EC0CA}" srcOrd="3" destOrd="0" presId="urn:microsoft.com/office/officeart/2005/8/layout/process4"/>
    <dgm:cxn modelId="{93009DF6-D752-4F52-BD53-8F1A76A97536}" type="presParOf" srcId="{D1711DB1-56CE-403F-A44A-12885C5C3EBE}" destId="{89C5CE9F-28C7-42D4-853B-F980A740619D}" srcOrd="4" destOrd="0" presId="urn:microsoft.com/office/officeart/2005/8/layout/process4"/>
    <dgm:cxn modelId="{CCD585D2-B702-423A-BA0D-8034966FFD72}" type="presParOf" srcId="{D1711DB1-56CE-403F-A44A-12885C5C3EBE}" destId="{C553FB64-3C88-4BA1-BDD4-131FB7784D5E}" srcOrd="5" destOrd="0" presId="urn:microsoft.com/office/officeart/2005/8/layout/process4"/>
    <dgm:cxn modelId="{88604FB5-16C9-4F53-9653-66A4FD2FF36B}" type="presParOf" srcId="{F0FE8492-2736-4283-9BBD-F60CC1BFCADD}" destId="{3C8F6111-8CA7-4A9F-A830-5FCCDF758498}" srcOrd="3" destOrd="0" presId="urn:microsoft.com/office/officeart/2005/8/layout/process4"/>
    <dgm:cxn modelId="{EA4178A8-22E2-49C0-9D57-FF6218019BF6}" type="presParOf" srcId="{F0FE8492-2736-4283-9BBD-F60CC1BFCADD}" destId="{742B7DFD-B19F-412E-96DC-7CD9DBE7C1A6}" srcOrd="4" destOrd="0" presId="urn:microsoft.com/office/officeart/2005/8/layout/process4"/>
    <dgm:cxn modelId="{A7EA1244-A816-4105-8FA4-C47AC1213E6F}" type="presParOf" srcId="{742B7DFD-B19F-412E-96DC-7CD9DBE7C1A6}" destId="{33666B71-D991-43BA-A7D9-6243AE8A4D16}" srcOrd="0" destOrd="0" presId="urn:microsoft.com/office/officeart/2005/8/layout/process4"/>
    <dgm:cxn modelId="{AD490C22-597B-49D0-997F-7AE1514AC985}" type="presParOf" srcId="{742B7DFD-B19F-412E-96DC-7CD9DBE7C1A6}" destId="{8E37D36D-3940-4D8E-8177-F7F18685B541}" srcOrd="1" destOrd="0" presId="urn:microsoft.com/office/officeart/2005/8/layout/process4"/>
    <dgm:cxn modelId="{19821764-9383-4DB9-97B1-34AAF7AAC862}" type="presParOf" srcId="{742B7DFD-B19F-412E-96DC-7CD9DBE7C1A6}" destId="{74DEB3B3-A423-49FE-B775-D4952A998B90}" srcOrd="2" destOrd="0" presId="urn:microsoft.com/office/officeart/2005/8/layout/process4"/>
    <dgm:cxn modelId="{8037C8BF-ED2D-4EC6-AC2D-7251D42511C0}" type="presParOf" srcId="{74DEB3B3-A423-49FE-B775-D4952A998B90}" destId="{74035E51-5F7D-492D-831D-E7416FC0A30D}" srcOrd="0" destOrd="0" presId="urn:microsoft.com/office/officeart/2005/8/layout/process4"/>
    <dgm:cxn modelId="{D3FDB1DD-6AB5-486D-9531-087C4E3CC13D}" type="presParOf" srcId="{74DEB3B3-A423-49FE-B775-D4952A998B90}" destId="{5E7EC5B2-2BA1-41F0-A04E-41A32867A7BE}" srcOrd="1" destOrd="0" presId="urn:microsoft.com/office/officeart/2005/8/layout/process4"/>
    <dgm:cxn modelId="{763058C5-72DC-4CDB-9FCD-53D7117E1578}" type="presParOf" srcId="{74DEB3B3-A423-49FE-B775-D4952A998B90}" destId="{9E94DDF8-9165-4661-9BE4-F7A95988DADC}" srcOrd="2" destOrd="0" presId="urn:microsoft.com/office/officeart/2005/8/layout/process4"/>
    <dgm:cxn modelId="{B30E599C-5CD6-46B5-A0F5-927A3CE91528}" type="presParOf" srcId="{74DEB3B3-A423-49FE-B775-D4952A998B90}" destId="{E87B7403-F903-40DB-9AB4-C31B1AD870BA}" srcOrd="3" destOrd="0" presId="urn:microsoft.com/office/officeart/2005/8/layout/process4"/>
    <dgm:cxn modelId="{056EF36F-35C7-438A-AA37-F8E966F0CD70}" type="presParOf" srcId="{74DEB3B3-A423-49FE-B775-D4952A998B90}" destId="{FECA9553-1333-4CE9-BE52-5B15744445E4}" srcOrd="4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2A2680-DC6E-476D-BDEF-A061E666B4C4}">
      <dsp:nvSpPr>
        <dsp:cNvPr id="0" name=""/>
        <dsp:cNvSpPr/>
      </dsp:nvSpPr>
      <dsp:spPr>
        <a:xfrm>
          <a:off x="2748" y="1522713"/>
          <a:ext cx="1488067" cy="10185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físico</a:t>
          </a:r>
          <a:endParaRPr lang="es-ES" sz="16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0670" y="1671880"/>
        <a:ext cx="1052223" cy="720239"/>
      </dsp:txXfrm>
    </dsp:sp>
    <dsp:sp modelId="{3EA7EEF3-8D5A-4746-986C-461A8B3E760F}">
      <dsp:nvSpPr>
        <dsp:cNvPr id="0" name=""/>
        <dsp:cNvSpPr/>
      </dsp:nvSpPr>
      <dsp:spPr>
        <a:xfrm>
          <a:off x="1527188" y="1902096"/>
          <a:ext cx="259807" cy="25980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dirty="0"/>
        </a:p>
      </dsp:txBody>
      <dsp:txXfrm>
        <a:off x="1561625" y="2001446"/>
        <a:ext cx="190933" cy="61107"/>
      </dsp:txXfrm>
    </dsp:sp>
    <dsp:sp modelId="{1F2EF2FC-56A3-4AE7-92A5-3DE490F404C7}">
      <dsp:nvSpPr>
        <dsp:cNvPr id="0" name=""/>
        <dsp:cNvSpPr/>
      </dsp:nvSpPr>
      <dsp:spPr>
        <a:xfrm>
          <a:off x="1823368" y="1594162"/>
          <a:ext cx="1493276" cy="8756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psíquico</a:t>
          </a:r>
          <a:endParaRPr lang="es-ES" sz="16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42053" y="1722402"/>
        <a:ext cx="1055906" cy="619195"/>
      </dsp:txXfrm>
    </dsp:sp>
    <dsp:sp modelId="{09D7E6DE-E3EA-44C7-BF2C-B5892270EB32}">
      <dsp:nvSpPr>
        <dsp:cNvPr id="0" name=""/>
        <dsp:cNvSpPr/>
      </dsp:nvSpPr>
      <dsp:spPr>
        <a:xfrm>
          <a:off x="3353018" y="1902096"/>
          <a:ext cx="259807" cy="259807"/>
        </a:xfrm>
        <a:prstGeom prst="mathPl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 dirty="0"/>
        </a:p>
      </dsp:txBody>
      <dsp:txXfrm>
        <a:off x="3387455" y="2001446"/>
        <a:ext cx="190933" cy="61107"/>
      </dsp:txXfrm>
    </dsp:sp>
    <dsp:sp modelId="{F9566900-A12C-492C-9955-9CEE1B791E45}">
      <dsp:nvSpPr>
        <dsp:cNvPr id="0" name=""/>
        <dsp:cNvSpPr/>
      </dsp:nvSpPr>
      <dsp:spPr>
        <a:xfrm>
          <a:off x="3649198" y="1553334"/>
          <a:ext cx="1411652" cy="9573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Bienestar social</a:t>
          </a:r>
          <a:endParaRPr lang="es-ES" sz="16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55930" y="1693532"/>
        <a:ext cx="998188" cy="676934"/>
      </dsp:txXfrm>
    </dsp:sp>
    <dsp:sp modelId="{1C4D07B3-6577-4A66-A49E-4B865DFB8A01}">
      <dsp:nvSpPr>
        <dsp:cNvPr id="0" name=""/>
        <dsp:cNvSpPr/>
      </dsp:nvSpPr>
      <dsp:spPr>
        <a:xfrm>
          <a:off x="5097223" y="1902096"/>
          <a:ext cx="259807" cy="259807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100" kern="1200" dirty="0"/>
        </a:p>
      </dsp:txBody>
      <dsp:txXfrm>
        <a:off x="5131660" y="1955616"/>
        <a:ext cx="190933" cy="152767"/>
      </dsp:txXfrm>
    </dsp:sp>
    <dsp:sp modelId="{19932DFA-CCA5-4771-A83C-95721342300B}">
      <dsp:nvSpPr>
        <dsp:cNvPr id="0" name=""/>
        <dsp:cNvSpPr/>
      </dsp:nvSpPr>
      <dsp:spPr>
        <a:xfrm>
          <a:off x="5393403" y="1529277"/>
          <a:ext cx="1374235" cy="1005444"/>
        </a:xfrm>
        <a:prstGeom prst="ellipse">
          <a:avLst/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i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SALUD LABORAL</a:t>
          </a:r>
          <a:endParaRPr lang="es-ES" sz="1600" b="1" i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594655" y="1676521"/>
        <a:ext cx="971731" cy="710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49080" y="521233"/>
          <a:ext cx="3265183" cy="1306073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de seguridad</a:t>
          </a:r>
          <a:endParaRPr lang="es-ES" sz="20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9080" y="521233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4">
            <a:hueOff val="-455917"/>
            <a:satOff val="-2303"/>
            <a:lumOff val="-323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dirty="0"/>
            <a:t>- Lugares de trabajo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kern="1200" dirty="0"/>
            <a:t>- Equipos de trabajo</a:t>
          </a:r>
          <a:endParaRPr lang="es-ES" sz="20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4">
            <a:hueOff val="-911834"/>
            <a:satOff val="-4605"/>
            <a:lumOff val="-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i="1" kern="1200" dirty="0"/>
            <a:t>Accidentes de trabajo</a:t>
          </a:r>
          <a:endParaRPr lang="es-ES" sz="20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 medioambientales</a:t>
          </a:r>
          <a:endParaRPr lang="es-ES" sz="17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3">
            <a:hueOff val="-716701"/>
            <a:satOff val="590"/>
            <a:lumOff val="-49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- Agentes físicos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- Agentes químicos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kern="1200" dirty="0"/>
            <a:t>- Agentes biológicos</a:t>
          </a:r>
          <a:endParaRPr lang="es-ES" sz="17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700" b="1" i="1" kern="1200" dirty="0"/>
            <a:t>Enfermedades profesionales</a:t>
          </a:r>
          <a:endParaRPr lang="es-ES" sz="17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6012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ergonómicas</a:t>
          </a:r>
          <a:endParaRPr lang="es-E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4">
            <a:hueOff val="-455917"/>
            <a:satOff val="-2303"/>
            <a:lumOff val="-3235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Carga física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- Carga mental</a:t>
          </a:r>
          <a:endParaRPr lang="es-ES" sz="18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4">
            <a:hueOff val="-911834"/>
            <a:satOff val="-4605"/>
            <a:lumOff val="-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009" tIns="48006" rIns="24003" bIns="4800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i="1" kern="1200" dirty="0"/>
            <a:t>Fatiga física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i="1" kern="1200" dirty="0"/>
            <a:t>Fatiga mental</a:t>
          </a:r>
          <a:endParaRPr lang="es-ES" sz="18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C3999F-0E18-4B02-971F-F823F16B6343}">
      <dsp:nvSpPr>
        <dsp:cNvPr id="0" name=""/>
        <dsp:cNvSpPr/>
      </dsp:nvSpPr>
      <dsp:spPr>
        <a:xfrm>
          <a:off x="3734" y="470975"/>
          <a:ext cx="3265183" cy="1306073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4676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psicosociales</a:t>
          </a:r>
          <a:endParaRPr lang="es-E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34" y="470975"/>
        <a:ext cx="2938665" cy="1306073"/>
      </dsp:txXfrm>
    </dsp:sp>
    <dsp:sp modelId="{CEDA5FDE-9CA2-4A23-B6CD-20BF231D499C}">
      <dsp:nvSpPr>
        <dsp:cNvPr id="0" name=""/>
        <dsp:cNvSpPr/>
      </dsp:nvSpPr>
      <dsp:spPr>
        <a:xfrm>
          <a:off x="2615880" y="470975"/>
          <a:ext cx="3265183" cy="1306073"/>
        </a:xfrm>
        <a:prstGeom prst="chevron">
          <a:avLst/>
        </a:prstGeom>
        <a:solidFill>
          <a:schemeClr val="accent3">
            <a:hueOff val="-716701"/>
            <a:satOff val="590"/>
            <a:lumOff val="-49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- Organización del trabajo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- Características personales</a:t>
          </a:r>
          <a:endParaRPr lang="es-ES" sz="1400" kern="1200" dirty="0"/>
        </a:p>
      </dsp:txBody>
      <dsp:txXfrm>
        <a:off x="3268917" y="470975"/>
        <a:ext cx="1959110" cy="1306073"/>
      </dsp:txXfrm>
    </dsp:sp>
    <dsp:sp modelId="{E006608F-CC64-425A-B669-037D767EC0EF}">
      <dsp:nvSpPr>
        <dsp:cNvPr id="0" name=""/>
        <dsp:cNvSpPr/>
      </dsp:nvSpPr>
      <dsp:spPr>
        <a:xfrm>
          <a:off x="5228026" y="470975"/>
          <a:ext cx="3265183" cy="1306073"/>
        </a:xfrm>
        <a:prstGeom prst="chevron">
          <a:avLst/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37338" rIns="18669" bIns="3733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Insatisfacción laboral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/>
            <a:t>Estrés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 err="1"/>
            <a:t>Mobbing</a:t>
          </a:r>
          <a:endParaRPr lang="es-ES_tradnl" sz="1400" b="1" i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i="1" kern="1200" dirty="0" err="1"/>
            <a:t>Burnout</a:t>
          </a:r>
          <a:endParaRPr lang="es-ES" sz="1400" b="1" i="1" kern="1200" dirty="0"/>
        </a:p>
      </dsp:txBody>
      <dsp:txXfrm>
        <a:off x="5881063" y="470975"/>
        <a:ext cx="1959110" cy="13060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DC74A-20BF-440D-BEC4-42C9FA00D644}">
      <dsp:nvSpPr>
        <dsp:cNvPr id="0" name=""/>
        <dsp:cNvSpPr/>
      </dsp:nvSpPr>
      <dsp:spPr>
        <a:xfrm>
          <a:off x="1308610" y="1119"/>
          <a:ext cx="1984452" cy="478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Accidente de trabajo</a:t>
          </a:r>
          <a:endParaRPr lang="es-ES" sz="1400" b="1" kern="1200" dirty="0"/>
        </a:p>
      </dsp:txBody>
      <dsp:txXfrm>
        <a:off x="1322613" y="15122"/>
        <a:ext cx="1956446" cy="450099"/>
      </dsp:txXfrm>
    </dsp:sp>
    <dsp:sp modelId="{532BD660-D240-41E9-92C4-C0D485EBBD24}">
      <dsp:nvSpPr>
        <dsp:cNvPr id="0" name=""/>
        <dsp:cNvSpPr/>
      </dsp:nvSpPr>
      <dsp:spPr>
        <a:xfrm>
          <a:off x="1507055" y="479225"/>
          <a:ext cx="198445" cy="284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297"/>
              </a:lnTo>
              <a:lnTo>
                <a:pt x="198445" y="28429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33F05-6FBA-46DF-B10B-C0685C332429}">
      <dsp:nvSpPr>
        <dsp:cNvPr id="0" name=""/>
        <dsp:cNvSpPr/>
      </dsp:nvSpPr>
      <dsp:spPr>
        <a:xfrm>
          <a:off x="1705500" y="524470"/>
          <a:ext cx="1587561" cy="478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Instantáneo</a:t>
          </a:r>
          <a:endParaRPr lang="es-ES" sz="1400" b="1" kern="1200" dirty="0"/>
        </a:p>
      </dsp:txBody>
      <dsp:txXfrm>
        <a:off x="1719503" y="538473"/>
        <a:ext cx="1559555" cy="450099"/>
      </dsp:txXfrm>
    </dsp:sp>
    <dsp:sp modelId="{998E7D51-5896-4495-AAA3-14A41C6AEE2A}">
      <dsp:nvSpPr>
        <dsp:cNvPr id="0" name=""/>
        <dsp:cNvSpPr/>
      </dsp:nvSpPr>
      <dsp:spPr>
        <a:xfrm>
          <a:off x="1507055" y="479225"/>
          <a:ext cx="198445" cy="8863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6365"/>
              </a:lnTo>
              <a:lnTo>
                <a:pt x="198445" y="886365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AE9D1-442A-4E7C-BC61-0B1F9330D705}">
      <dsp:nvSpPr>
        <dsp:cNvPr id="0" name=""/>
        <dsp:cNvSpPr/>
      </dsp:nvSpPr>
      <dsp:spPr>
        <a:xfrm>
          <a:off x="1705500" y="1047820"/>
          <a:ext cx="1700679" cy="6355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Relación con condiciones de seguridad</a:t>
          </a:r>
          <a:endParaRPr lang="es-ES" sz="1400" b="1" kern="1200" dirty="0"/>
        </a:p>
      </dsp:txBody>
      <dsp:txXfrm>
        <a:off x="1724114" y="1066434"/>
        <a:ext cx="1663451" cy="598314"/>
      </dsp:txXfrm>
    </dsp:sp>
    <dsp:sp modelId="{94649316-61C1-44EB-B380-8958D5415F4D}">
      <dsp:nvSpPr>
        <dsp:cNvPr id="0" name=""/>
        <dsp:cNvSpPr/>
      </dsp:nvSpPr>
      <dsp:spPr>
        <a:xfrm>
          <a:off x="1507055" y="479225"/>
          <a:ext cx="316809" cy="14895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9554"/>
              </a:lnTo>
              <a:lnTo>
                <a:pt x="316809" y="1489554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A38318-BEB7-419B-ADB5-DE5B6A264DAE}">
      <dsp:nvSpPr>
        <dsp:cNvPr id="0" name=""/>
        <dsp:cNvSpPr/>
      </dsp:nvSpPr>
      <dsp:spPr>
        <a:xfrm>
          <a:off x="1823865" y="1729727"/>
          <a:ext cx="1587561" cy="478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Efectos idénticos</a:t>
          </a:r>
          <a:endParaRPr lang="es-ES" sz="1400" b="1" kern="1200" dirty="0"/>
        </a:p>
      </dsp:txBody>
      <dsp:txXfrm>
        <a:off x="1837868" y="1743730"/>
        <a:ext cx="1559555" cy="450099"/>
      </dsp:txXfrm>
    </dsp:sp>
    <dsp:sp modelId="{87947798-F16F-445B-BE5D-5F6061E6D845}">
      <dsp:nvSpPr>
        <dsp:cNvPr id="0" name=""/>
        <dsp:cNvSpPr/>
      </dsp:nvSpPr>
      <dsp:spPr>
        <a:xfrm>
          <a:off x="3383550" y="1119"/>
          <a:ext cx="1984452" cy="478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 profesional</a:t>
          </a:r>
          <a:endParaRPr lang="es-ES" sz="1400" b="1" kern="1200" dirty="0"/>
        </a:p>
      </dsp:txBody>
      <dsp:txXfrm>
        <a:off x="3397553" y="15122"/>
        <a:ext cx="1956446" cy="450099"/>
      </dsp:txXfrm>
    </dsp:sp>
    <dsp:sp modelId="{2D4998CE-86DB-4B26-B64A-C77DF26EE7A7}">
      <dsp:nvSpPr>
        <dsp:cNvPr id="0" name=""/>
        <dsp:cNvSpPr/>
      </dsp:nvSpPr>
      <dsp:spPr>
        <a:xfrm>
          <a:off x="3581996" y="479225"/>
          <a:ext cx="198445" cy="2842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4297"/>
              </a:lnTo>
              <a:lnTo>
                <a:pt x="198445" y="284297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FF2671-6BD8-4E67-91AE-9CFAD9DB46A1}">
      <dsp:nvSpPr>
        <dsp:cNvPr id="0" name=""/>
        <dsp:cNvSpPr/>
      </dsp:nvSpPr>
      <dsp:spPr>
        <a:xfrm>
          <a:off x="3780441" y="524470"/>
          <a:ext cx="1587561" cy="478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Lenta</a:t>
          </a:r>
          <a:endParaRPr lang="es-ES" sz="1400" b="1" kern="1200" dirty="0"/>
        </a:p>
      </dsp:txBody>
      <dsp:txXfrm>
        <a:off x="3794444" y="538473"/>
        <a:ext cx="1559555" cy="450099"/>
      </dsp:txXfrm>
    </dsp:sp>
    <dsp:sp modelId="{7AFCBAAA-A675-454A-8CF8-82D69FE50FCE}">
      <dsp:nvSpPr>
        <dsp:cNvPr id="0" name=""/>
        <dsp:cNvSpPr/>
      </dsp:nvSpPr>
      <dsp:spPr>
        <a:xfrm>
          <a:off x="3581996" y="479225"/>
          <a:ext cx="198445" cy="865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5899"/>
              </a:lnTo>
              <a:lnTo>
                <a:pt x="198445" y="86589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0EA6D6-2C65-4F5C-94FB-DC4D82045B2E}">
      <dsp:nvSpPr>
        <dsp:cNvPr id="0" name=""/>
        <dsp:cNvSpPr/>
      </dsp:nvSpPr>
      <dsp:spPr>
        <a:xfrm>
          <a:off x="3780441" y="1047820"/>
          <a:ext cx="1758803" cy="5946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Relación con condiciones medioambientales</a:t>
          </a:r>
          <a:endParaRPr lang="es-ES" sz="1400" b="1" kern="1200" dirty="0"/>
        </a:p>
      </dsp:txBody>
      <dsp:txXfrm>
        <a:off x="3797857" y="1065236"/>
        <a:ext cx="1723971" cy="559777"/>
      </dsp:txXfrm>
    </dsp:sp>
    <dsp:sp modelId="{B897171B-C081-4346-B676-197F2AB16A11}">
      <dsp:nvSpPr>
        <dsp:cNvPr id="0" name=""/>
        <dsp:cNvSpPr/>
      </dsp:nvSpPr>
      <dsp:spPr>
        <a:xfrm>
          <a:off x="3581996" y="479225"/>
          <a:ext cx="198445" cy="14475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7500"/>
              </a:lnTo>
              <a:lnTo>
                <a:pt x="198445" y="144750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4D9AE5-79F5-44D2-BDFC-967765848C7E}">
      <dsp:nvSpPr>
        <dsp:cNvPr id="0" name=""/>
        <dsp:cNvSpPr/>
      </dsp:nvSpPr>
      <dsp:spPr>
        <a:xfrm>
          <a:off x="3780441" y="1687673"/>
          <a:ext cx="1587561" cy="478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Efectos individuales</a:t>
          </a:r>
          <a:endParaRPr lang="es-ES" sz="1400" b="1" kern="1200" dirty="0"/>
        </a:p>
      </dsp:txBody>
      <dsp:txXfrm>
        <a:off x="3794444" y="1701676"/>
        <a:ext cx="1559555" cy="45009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DC74A-20BF-440D-BEC4-42C9FA00D644}">
      <dsp:nvSpPr>
        <dsp:cNvPr id="0" name=""/>
        <dsp:cNvSpPr/>
      </dsp:nvSpPr>
      <dsp:spPr>
        <a:xfrm>
          <a:off x="0" y="0"/>
          <a:ext cx="5494435" cy="3655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Clasificación enfermedades profesionales</a:t>
          </a:r>
          <a:endParaRPr lang="es-ES" sz="1600" b="1" kern="1200" dirty="0"/>
        </a:p>
      </dsp:txBody>
      <dsp:txXfrm>
        <a:off x="10706" y="10706"/>
        <a:ext cx="5473023" cy="344134"/>
      </dsp:txXfrm>
    </dsp:sp>
    <dsp:sp modelId="{532BD660-D240-41E9-92C4-C0D485EBBD24}">
      <dsp:nvSpPr>
        <dsp:cNvPr id="0" name=""/>
        <dsp:cNvSpPr/>
      </dsp:nvSpPr>
      <dsp:spPr>
        <a:xfrm>
          <a:off x="0" y="365546"/>
          <a:ext cx="549443" cy="223410"/>
        </a:xfrm>
        <a:custGeom>
          <a:avLst/>
          <a:gdLst/>
          <a:ahLst/>
          <a:cxnLst/>
          <a:rect l="0" t="0" r="0" b="0"/>
          <a:pathLst>
            <a:path>
              <a:moveTo>
                <a:pt x="549443" y="0"/>
              </a:moveTo>
              <a:lnTo>
                <a:pt x="0" y="22341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33F05-6FBA-46DF-B10B-C0685C332429}">
      <dsp:nvSpPr>
        <dsp:cNvPr id="0" name=""/>
        <dsp:cNvSpPr/>
      </dsp:nvSpPr>
      <dsp:spPr>
        <a:xfrm>
          <a:off x="0" y="299894"/>
          <a:ext cx="5491446" cy="578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causadas por agentes químicos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(saturnismo)</a:t>
          </a:r>
          <a:endParaRPr lang="es-ES" sz="1400" b="1" kern="1200" dirty="0"/>
        </a:p>
      </dsp:txBody>
      <dsp:txXfrm>
        <a:off x="16933" y="316827"/>
        <a:ext cx="5457580" cy="544259"/>
      </dsp:txXfrm>
    </dsp:sp>
    <dsp:sp modelId="{998E7D51-5896-4495-AAA3-14A41C6AEE2A}">
      <dsp:nvSpPr>
        <dsp:cNvPr id="0" name=""/>
        <dsp:cNvSpPr/>
      </dsp:nvSpPr>
      <dsp:spPr>
        <a:xfrm>
          <a:off x="15088" y="365546"/>
          <a:ext cx="534354" cy="782203"/>
        </a:xfrm>
        <a:custGeom>
          <a:avLst/>
          <a:gdLst/>
          <a:ahLst/>
          <a:cxnLst/>
          <a:rect l="0" t="0" r="0" b="0"/>
          <a:pathLst>
            <a:path>
              <a:moveTo>
                <a:pt x="534354" y="0"/>
              </a:moveTo>
              <a:lnTo>
                <a:pt x="0" y="78220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3AE9D1-442A-4E7C-BC61-0B1F9330D705}">
      <dsp:nvSpPr>
        <dsp:cNvPr id="0" name=""/>
        <dsp:cNvSpPr/>
      </dsp:nvSpPr>
      <dsp:spPr>
        <a:xfrm>
          <a:off x="15088" y="864145"/>
          <a:ext cx="5491446" cy="5672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causadas por agentes físicos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 (síndrome del dedo blanco)</a:t>
          </a:r>
          <a:endParaRPr lang="es-ES" sz="1400" b="1" kern="1200" dirty="0"/>
        </a:p>
      </dsp:txBody>
      <dsp:txXfrm>
        <a:off x="31701" y="880758"/>
        <a:ext cx="5458220" cy="533983"/>
      </dsp:txXfrm>
    </dsp:sp>
    <dsp:sp modelId="{94649316-61C1-44EB-B380-8958D5415F4D}">
      <dsp:nvSpPr>
        <dsp:cNvPr id="0" name=""/>
        <dsp:cNvSpPr/>
      </dsp:nvSpPr>
      <dsp:spPr>
        <a:xfrm>
          <a:off x="15088" y="365546"/>
          <a:ext cx="534354" cy="1348761"/>
        </a:xfrm>
        <a:custGeom>
          <a:avLst/>
          <a:gdLst/>
          <a:ahLst/>
          <a:cxnLst/>
          <a:rect l="0" t="0" r="0" b="0"/>
          <a:pathLst>
            <a:path>
              <a:moveTo>
                <a:pt x="534354" y="0"/>
              </a:moveTo>
              <a:lnTo>
                <a:pt x="0" y="134876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A38318-BEB7-419B-ADB5-DE5B6A264DAE}">
      <dsp:nvSpPr>
        <dsp:cNvPr id="0" name=""/>
        <dsp:cNvSpPr/>
      </dsp:nvSpPr>
      <dsp:spPr>
        <a:xfrm>
          <a:off x="15088" y="1431355"/>
          <a:ext cx="5491446" cy="5659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causadas por agentes biológicos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(el Tétanos)</a:t>
          </a:r>
          <a:endParaRPr lang="es-ES" sz="1400" b="1" kern="1200" dirty="0"/>
        </a:p>
      </dsp:txBody>
      <dsp:txXfrm>
        <a:off x="31663" y="1447930"/>
        <a:ext cx="5458296" cy="532755"/>
      </dsp:txXfrm>
    </dsp:sp>
    <dsp:sp modelId="{99BE43FC-6FB0-4C88-8C78-821A56371E92}">
      <dsp:nvSpPr>
        <dsp:cNvPr id="0" name=""/>
        <dsp:cNvSpPr/>
      </dsp:nvSpPr>
      <dsp:spPr>
        <a:xfrm>
          <a:off x="15088" y="365546"/>
          <a:ext cx="534354" cy="1913493"/>
        </a:xfrm>
        <a:custGeom>
          <a:avLst/>
          <a:gdLst/>
          <a:ahLst/>
          <a:cxnLst/>
          <a:rect l="0" t="0" r="0" b="0"/>
          <a:pathLst>
            <a:path>
              <a:moveTo>
                <a:pt x="534354" y="0"/>
              </a:moveTo>
              <a:lnTo>
                <a:pt x="0" y="1913493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C2BC20-14F1-4F51-B9F7-6AE0EDD52AAC}">
      <dsp:nvSpPr>
        <dsp:cNvPr id="0" name=""/>
        <dsp:cNvSpPr/>
      </dsp:nvSpPr>
      <dsp:spPr>
        <a:xfrm>
          <a:off x="15088" y="1931483"/>
          <a:ext cx="5491446" cy="69511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causadas por la inhalación de sustancias y agentes no comprendidas en apartados anteriores (asbestosis)</a:t>
          </a:r>
        </a:p>
      </dsp:txBody>
      <dsp:txXfrm>
        <a:off x="35447" y="1951842"/>
        <a:ext cx="5450728" cy="654396"/>
      </dsp:txXfrm>
    </dsp:sp>
    <dsp:sp modelId="{6CE1D685-927B-4778-A298-3922F4BB13C5}">
      <dsp:nvSpPr>
        <dsp:cNvPr id="0" name=""/>
        <dsp:cNvSpPr/>
      </dsp:nvSpPr>
      <dsp:spPr>
        <a:xfrm>
          <a:off x="15088" y="365546"/>
          <a:ext cx="534354" cy="2561996"/>
        </a:xfrm>
        <a:custGeom>
          <a:avLst/>
          <a:gdLst/>
          <a:ahLst/>
          <a:cxnLst/>
          <a:rect l="0" t="0" r="0" b="0"/>
          <a:pathLst>
            <a:path>
              <a:moveTo>
                <a:pt x="534354" y="0"/>
              </a:moveTo>
              <a:lnTo>
                <a:pt x="0" y="2561996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6B60C4-C3A8-4622-9220-CD9DBA661CDF}">
      <dsp:nvSpPr>
        <dsp:cNvPr id="0" name=""/>
        <dsp:cNvSpPr/>
      </dsp:nvSpPr>
      <dsp:spPr>
        <a:xfrm>
          <a:off x="15088" y="2654727"/>
          <a:ext cx="5491446" cy="5456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de la piel causadas por sustancias y agentes no comprendidos en alguno de los otros apartados (eczema)</a:t>
          </a:r>
          <a:endParaRPr lang="es-ES" sz="1400" b="1" kern="1200" dirty="0"/>
        </a:p>
      </dsp:txBody>
      <dsp:txXfrm>
        <a:off x="31069" y="2670708"/>
        <a:ext cx="5459484" cy="513669"/>
      </dsp:txXfrm>
    </dsp:sp>
    <dsp:sp modelId="{E0439D7C-FDDD-4D47-90FC-E79DA05ECE09}">
      <dsp:nvSpPr>
        <dsp:cNvPr id="0" name=""/>
        <dsp:cNvSpPr/>
      </dsp:nvSpPr>
      <dsp:spPr>
        <a:xfrm>
          <a:off x="15088" y="365546"/>
          <a:ext cx="534354" cy="3078459"/>
        </a:xfrm>
        <a:custGeom>
          <a:avLst/>
          <a:gdLst/>
          <a:ahLst/>
          <a:cxnLst/>
          <a:rect l="0" t="0" r="0" b="0"/>
          <a:pathLst>
            <a:path>
              <a:moveTo>
                <a:pt x="534354" y="0"/>
              </a:moveTo>
              <a:lnTo>
                <a:pt x="0" y="3078459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027B4F-33AA-469A-9141-13CFB5D98127}">
      <dsp:nvSpPr>
        <dsp:cNvPr id="0" name=""/>
        <dsp:cNvSpPr/>
      </dsp:nvSpPr>
      <dsp:spPr>
        <a:xfrm>
          <a:off x="15088" y="3232286"/>
          <a:ext cx="5491446" cy="4234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/>
            <a:t>Enfermedades causadas por agentes cancerígenos</a:t>
          </a:r>
          <a:endParaRPr lang="es-ES" sz="1400" b="1" kern="1200" dirty="0"/>
        </a:p>
      </dsp:txBody>
      <dsp:txXfrm>
        <a:off x="27490" y="3244688"/>
        <a:ext cx="5466642" cy="3986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A9CF7-924B-4D66-A0D7-7FEDF67B5D33}">
      <dsp:nvSpPr>
        <dsp:cNvPr id="0" name=""/>
        <dsp:cNvSpPr/>
      </dsp:nvSpPr>
      <dsp:spPr>
        <a:xfrm>
          <a:off x="3428405" y="2410519"/>
          <a:ext cx="603807" cy="1947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1903" y="0"/>
              </a:lnTo>
              <a:lnTo>
                <a:pt x="301903" y="1947278"/>
              </a:lnTo>
              <a:lnTo>
                <a:pt x="603807" y="1947278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697D16-8292-4D5D-8BBD-EC02ABFF0967}">
      <dsp:nvSpPr>
        <dsp:cNvPr id="0" name=""/>
        <dsp:cNvSpPr/>
      </dsp:nvSpPr>
      <dsp:spPr>
        <a:xfrm>
          <a:off x="3428405" y="2410519"/>
          <a:ext cx="603807" cy="6490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1903" y="0"/>
              </a:lnTo>
              <a:lnTo>
                <a:pt x="301903" y="649092"/>
              </a:lnTo>
              <a:lnTo>
                <a:pt x="603807" y="649092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10CFBB-1C67-47C1-9620-A4B45933B7CF}">
      <dsp:nvSpPr>
        <dsp:cNvPr id="0" name=""/>
        <dsp:cNvSpPr/>
      </dsp:nvSpPr>
      <dsp:spPr>
        <a:xfrm>
          <a:off x="3428405" y="1761426"/>
          <a:ext cx="603807" cy="649092"/>
        </a:xfrm>
        <a:custGeom>
          <a:avLst/>
          <a:gdLst/>
          <a:ahLst/>
          <a:cxnLst/>
          <a:rect l="0" t="0" r="0" b="0"/>
          <a:pathLst>
            <a:path>
              <a:moveTo>
                <a:pt x="0" y="649092"/>
              </a:moveTo>
              <a:lnTo>
                <a:pt x="301903" y="649092"/>
              </a:lnTo>
              <a:lnTo>
                <a:pt x="301903" y="0"/>
              </a:lnTo>
              <a:lnTo>
                <a:pt x="60380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41D16-69F9-4893-B5E2-909757E1D972}">
      <dsp:nvSpPr>
        <dsp:cNvPr id="0" name=""/>
        <dsp:cNvSpPr/>
      </dsp:nvSpPr>
      <dsp:spPr>
        <a:xfrm>
          <a:off x="3428405" y="463240"/>
          <a:ext cx="603807" cy="1947278"/>
        </a:xfrm>
        <a:custGeom>
          <a:avLst/>
          <a:gdLst/>
          <a:ahLst/>
          <a:cxnLst/>
          <a:rect l="0" t="0" r="0" b="0"/>
          <a:pathLst>
            <a:path>
              <a:moveTo>
                <a:pt x="0" y="1947278"/>
              </a:moveTo>
              <a:lnTo>
                <a:pt x="301903" y="1947278"/>
              </a:lnTo>
              <a:lnTo>
                <a:pt x="301903" y="0"/>
              </a:lnTo>
              <a:lnTo>
                <a:pt x="603807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9DA0D-8063-40DE-BB5E-6AC946BB37D4}">
      <dsp:nvSpPr>
        <dsp:cNvPr id="0" name=""/>
        <dsp:cNvSpPr/>
      </dsp:nvSpPr>
      <dsp:spPr>
        <a:xfrm>
          <a:off x="409368" y="1950116"/>
          <a:ext cx="3019037" cy="92080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b="1" kern="1200" dirty="0"/>
            <a:t>Riesgos derivados de las condiciones de seguridad</a:t>
          </a:r>
          <a:endParaRPr lang="es-ES" sz="2200" b="1" kern="1200" dirty="0"/>
        </a:p>
      </dsp:txBody>
      <dsp:txXfrm>
        <a:off x="409368" y="1950116"/>
        <a:ext cx="3019037" cy="920806"/>
      </dsp:txXfrm>
    </dsp:sp>
    <dsp:sp modelId="{45AD050E-A4A0-4132-BAB3-3F5DBF4F2885}">
      <dsp:nvSpPr>
        <dsp:cNvPr id="0" name=""/>
        <dsp:cNvSpPr/>
      </dsp:nvSpPr>
      <dsp:spPr>
        <a:xfrm>
          <a:off x="4032213" y="2837"/>
          <a:ext cx="3019037" cy="9208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b="1" kern="1200" dirty="0"/>
            <a:t>Lugares de trabajo</a:t>
          </a:r>
          <a:endParaRPr lang="es-ES" sz="2200" b="1" kern="1200" dirty="0"/>
        </a:p>
      </dsp:txBody>
      <dsp:txXfrm>
        <a:off x="4032213" y="2837"/>
        <a:ext cx="3019037" cy="920806"/>
      </dsp:txXfrm>
    </dsp:sp>
    <dsp:sp modelId="{F1DE9236-69C1-4BD0-A08D-51B2A22933D1}">
      <dsp:nvSpPr>
        <dsp:cNvPr id="0" name=""/>
        <dsp:cNvSpPr/>
      </dsp:nvSpPr>
      <dsp:spPr>
        <a:xfrm>
          <a:off x="4032213" y="1301023"/>
          <a:ext cx="3019037" cy="9208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b="1" kern="1200" dirty="0"/>
            <a:t>Máquinas y herramientas</a:t>
          </a:r>
          <a:endParaRPr lang="es-ES" sz="2200" b="1" kern="1200" dirty="0"/>
        </a:p>
      </dsp:txBody>
      <dsp:txXfrm>
        <a:off x="4032213" y="1301023"/>
        <a:ext cx="3019037" cy="920806"/>
      </dsp:txXfrm>
    </dsp:sp>
    <dsp:sp modelId="{C09F6677-ADF4-463A-91D3-66FC805D13E5}">
      <dsp:nvSpPr>
        <dsp:cNvPr id="0" name=""/>
        <dsp:cNvSpPr/>
      </dsp:nvSpPr>
      <dsp:spPr>
        <a:xfrm>
          <a:off x="4032213" y="2599209"/>
          <a:ext cx="3019037" cy="9208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b="1" kern="1200" dirty="0"/>
            <a:t>Riesgo eléctrico</a:t>
          </a:r>
        </a:p>
      </dsp:txBody>
      <dsp:txXfrm>
        <a:off x="4032213" y="2599209"/>
        <a:ext cx="3019037" cy="920806"/>
      </dsp:txXfrm>
    </dsp:sp>
    <dsp:sp modelId="{2DBA5729-92DD-4438-B9C0-CE16A0EDE832}">
      <dsp:nvSpPr>
        <dsp:cNvPr id="0" name=""/>
        <dsp:cNvSpPr/>
      </dsp:nvSpPr>
      <dsp:spPr>
        <a:xfrm>
          <a:off x="4032213" y="3897395"/>
          <a:ext cx="3019037" cy="9208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b="1" kern="1200" dirty="0"/>
            <a:t>Riesgo de incendio</a:t>
          </a:r>
        </a:p>
      </dsp:txBody>
      <dsp:txXfrm>
        <a:off x="4032213" y="3897395"/>
        <a:ext cx="3019037" cy="9208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479CC-B8D2-4236-A7E2-0BAC7377A6C7}">
      <dsp:nvSpPr>
        <dsp:cNvPr id="0" name=""/>
        <dsp:cNvSpPr/>
      </dsp:nvSpPr>
      <dsp:spPr>
        <a:xfrm>
          <a:off x="4316" y="437985"/>
          <a:ext cx="2208053" cy="31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Estructuras y suelos</a:t>
          </a:r>
          <a:endParaRPr lang="es-ES" sz="1600" b="1" kern="1200" dirty="0"/>
        </a:p>
      </dsp:txBody>
      <dsp:txXfrm>
        <a:off x="4316" y="437985"/>
        <a:ext cx="2208053" cy="316800"/>
      </dsp:txXfrm>
    </dsp:sp>
    <dsp:sp modelId="{25EA78B4-829E-41A2-AA79-40035CEB0FB4}">
      <dsp:nvSpPr>
        <dsp:cNvPr id="0" name=""/>
        <dsp:cNvSpPr/>
      </dsp:nvSpPr>
      <dsp:spPr>
        <a:xfrm>
          <a:off x="2212370" y="304335"/>
          <a:ext cx="441610" cy="5841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8E5D45-DEEE-4E97-8D7B-1F3A0814BD21}">
      <dsp:nvSpPr>
        <dsp:cNvPr id="0" name=""/>
        <dsp:cNvSpPr/>
      </dsp:nvSpPr>
      <dsp:spPr>
        <a:xfrm>
          <a:off x="2830625" y="304335"/>
          <a:ext cx="6005905" cy="584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Deben ser sólidas y soportar cargas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Estables, no resbaladizos, sin pendientes ni rampas excesivas</a:t>
          </a:r>
          <a:endParaRPr lang="es-ES" sz="1600" kern="1200" dirty="0"/>
        </a:p>
      </dsp:txBody>
      <dsp:txXfrm>
        <a:off x="2830625" y="304335"/>
        <a:ext cx="6005905" cy="584100"/>
      </dsp:txXfrm>
    </dsp:sp>
    <dsp:sp modelId="{14AC72FD-1696-4EDA-855E-FBCAFF3AB3C2}">
      <dsp:nvSpPr>
        <dsp:cNvPr id="0" name=""/>
        <dsp:cNvSpPr/>
      </dsp:nvSpPr>
      <dsp:spPr>
        <a:xfrm>
          <a:off x="4316" y="1064835"/>
          <a:ext cx="2208053" cy="31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Espacios de trabajo</a:t>
          </a:r>
          <a:endParaRPr lang="es-ES" sz="1600" b="1" kern="1200" dirty="0"/>
        </a:p>
      </dsp:txBody>
      <dsp:txXfrm>
        <a:off x="4316" y="1064835"/>
        <a:ext cx="2208053" cy="316800"/>
      </dsp:txXfrm>
    </dsp:sp>
    <dsp:sp modelId="{C52525CE-64E4-4632-98D2-B60236E69ADA}">
      <dsp:nvSpPr>
        <dsp:cNvPr id="0" name=""/>
        <dsp:cNvSpPr/>
      </dsp:nvSpPr>
      <dsp:spPr>
        <a:xfrm>
          <a:off x="2212370" y="946035"/>
          <a:ext cx="441610" cy="5544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23A715-E77A-4DAB-82B0-A39ED48C0237}">
      <dsp:nvSpPr>
        <dsp:cNvPr id="0" name=""/>
        <dsp:cNvSpPr/>
      </dsp:nvSpPr>
      <dsp:spPr>
        <a:xfrm>
          <a:off x="2830625" y="946035"/>
          <a:ext cx="6005905" cy="554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Mín.: 3 m de altura, 2 m</a:t>
          </a:r>
          <a:r>
            <a:rPr lang="es-ES_tradnl" sz="1600" kern="1200" baseline="30000" dirty="0"/>
            <a:t>2/</a:t>
          </a:r>
          <a:r>
            <a:rPr lang="es-ES_tradnl" sz="1600" kern="1200" baseline="0" dirty="0"/>
            <a:t> trabajador, y 10</a:t>
          </a:r>
          <a:r>
            <a:rPr lang="es-ES_tradnl" sz="1600" kern="1200" dirty="0"/>
            <a:t>m</a:t>
          </a:r>
          <a:r>
            <a:rPr lang="es-ES_tradnl" sz="1600" kern="1200" baseline="30000" dirty="0"/>
            <a:t>3</a:t>
          </a:r>
          <a:r>
            <a:rPr lang="es-ES_tradnl" sz="1600" kern="1200" baseline="0" dirty="0"/>
            <a:t> volumen por trabajador</a:t>
          </a:r>
          <a:endParaRPr lang="es-ES" sz="1600" kern="1200" dirty="0"/>
        </a:p>
      </dsp:txBody>
      <dsp:txXfrm>
        <a:off x="2830625" y="946035"/>
        <a:ext cx="6005905" cy="554400"/>
      </dsp:txXfrm>
    </dsp:sp>
    <dsp:sp modelId="{1B0F77D2-1C7D-4694-917B-92420EF68141}">
      <dsp:nvSpPr>
        <dsp:cNvPr id="0" name=""/>
        <dsp:cNvSpPr/>
      </dsp:nvSpPr>
      <dsp:spPr>
        <a:xfrm>
          <a:off x="4316" y="1567935"/>
          <a:ext cx="2208053" cy="31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Barandillas</a:t>
          </a:r>
          <a:endParaRPr lang="es-ES" sz="1600" b="1" kern="1200" dirty="0"/>
        </a:p>
      </dsp:txBody>
      <dsp:txXfrm>
        <a:off x="4316" y="1567935"/>
        <a:ext cx="2208053" cy="316800"/>
      </dsp:txXfrm>
    </dsp:sp>
    <dsp:sp modelId="{F686B2AF-FFFF-41FE-828B-4DA943258934}">
      <dsp:nvSpPr>
        <dsp:cNvPr id="0" name=""/>
        <dsp:cNvSpPr/>
      </dsp:nvSpPr>
      <dsp:spPr>
        <a:xfrm>
          <a:off x="2212370" y="1558035"/>
          <a:ext cx="441610" cy="3366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F0E83-B3E0-4A24-AD27-99B42F5C25C2}">
      <dsp:nvSpPr>
        <dsp:cNvPr id="0" name=""/>
        <dsp:cNvSpPr/>
      </dsp:nvSpPr>
      <dsp:spPr>
        <a:xfrm>
          <a:off x="2830625" y="1558035"/>
          <a:ext cx="6005905" cy="336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Altura mín. 90 cm con protección inferior par impedir el paso</a:t>
          </a:r>
          <a:endParaRPr lang="es-ES" sz="1600" kern="1200" dirty="0"/>
        </a:p>
      </dsp:txBody>
      <dsp:txXfrm>
        <a:off x="2830625" y="1558035"/>
        <a:ext cx="6005905" cy="336600"/>
      </dsp:txXfrm>
    </dsp:sp>
    <dsp:sp modelId="{C95BBA2E-2AA2-42EF-8410-E116C65ADE2D}">
      <dsp:nvSpPr>
        <dsp:cNvPr id="0" name=""/>
        <dsp:cNvSpPr/>
      </dsp:nvSpPr>
      <dsp:spPr>
        <a:xfrm>
          <a:off x="4316" y="1992454"/>
          <a:ext cx="2208053" cy="51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Escaleras y vías de circulación</a:t>
          </a:r>
          <a:endParaRPr lang="es-ES" sz="1600" b="1" kern="1200" dirty="0"/>
        </a:p>
      </dsp:txBody>
      <dsp:txXfrm>
        <a:off x="4316" y="1992454"/>
        <a:ext cx="2208053" cy="514800"/>
      </dsp:txXfrm>
    </dsp:sp>
    <dsp:sp modelId="{A003C707-B0A8-457D-94C9-54CC7F025B49}">
      <dsp:nvSpPr>
        <dsp:cNvPr id="0" name=""/>
        <dsp:cNvSpPr/>
      </dsp:nvSpPr>
      <dsp:spPr>
        <a:xfrm>
          <a:off x="2212370" y="1952235"/>
          <a:ext cx="441610" cy="595237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D55A6-1012-45E6-88C3-9915C6FCEBF4}">
      <dsp:nvSpPr>
        <dsp:cNvPr id="0" name=""/>
        <dsp:cNvSpPr/>
      </dsp:nvSpPr>
      <dsp:spPr>
        <a:xfrm>
          <a:off x="2830625" y="1952235"/>
          <a:ext cx="6005905" cy="5952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Escaleras: anchura mín. 1m</a:t>
          </a:r>
          <a:endParaRPr lang="es-E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Puertas: anchura mín. 80 cm y pasillos de 1m</a:t>
          </a:r>
          <a:endParaRPr lang="es-ES" sz="1600" kern="1200" dirty="0"/>
        </a:p>
      </dsp:txBody>
      <dsp:txXfrm>
        <a:off x="2830625" y="1952235"/>
        <a:ext cx="6005905" cy="595237"/>
      </dsp:txXfrm>
    </dsp:sp>
    <dsp:sp modelId="{DD4823A7-A53F-4021-8414-EBC1772FE12C}">
      <dsp:nvSpPr>
        <dsp:cNvPr id="0" name=""/>
        <dsp:cNvSpPr/>
      </dsp:nvSpPr>
      <dsp:spPr>
        <a:xfrm>
          <a:off x="4316" y="2621160"/>
          <a:ext cx="2208053" cy="514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40640" rIns="113792" bIns="40640" numCol="1" spcCol="1270" anchor="ctr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600" b="1" kern="1200" dirty="0"/>
            <a:t>Salidas de evacuación</a:t>
          </a:r>
          <a:endParaRPr lang="es-ES" sz="1600" b="1" kern="1200" dirty="0"/>
        </a:p>
      </dsp:txBody>
      <dsp:txXfrm>
        <a:off x="4316" y="2621160"/>
        <a:ext cx="2208053" cy="514800"/>
      </dsp:txXfrm>
    </dsp:sp>
    <dsp:sp modelId="{9E11A470-A30B-450E-8129-676C8153CF49}">
      <dsp:nvSpPr>
        <dsp:cNvPr id="0" name=""/>
        <dsp:cNvSpPr/>
      </dsp:nvSpPr>
      <dsp:spPr>
        <a:xfrm>
          <a:off x="2212370" y="2605073"/>
          <a:ext cx="441610" cy="546975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52C0E-8C27-41FA-91E3-83F83CB5CEDA}">
      <dsp:nvSpPr>
        <dsp:cNvPr id="0" name=""/>
        <dsp:cNvSpPr/>
      </dsp:nvSpPr>
      <dsp:spPr>
        <a:xfrm>
          <a:off x="2830625" y="2605073"/>
          <a:ext cx="6005905" cy="546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600" kern="1200" dirty="0"/>
            <a:t>Despejadas, señalizadas, con iluminación de seguridad y puertas que se puedan abrir hacia fuera.</a:t>
          </a:r>
          <a:endParaRPr lang="es-ES" sz="1600" kern="1200" dirty="0"/>
        </a:p>
      </dsp:txBody>
      <dsp:txXfrm>
        <a:off x="2830625" y="2605073"/>
        <a:ext cx="6005905" cy="5469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BBA2E-2AA2-42EF-8410-E116C65ADE2D}">
      <dsp:nvSpPr>
        <dsp:cNvPr id="0" name=""/>
        <dsp:cNvSpPr/>
      </dsp:nvSpPr>
      <dsp:spPr>
        <a:xfrm>
          <a:off x="0" y="19075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directo</a:t>
          </a:r>
          <a:endParaRPr lang="es-ES" sz="1800" b="1" kern="1200" dirty="0"/>
        </a:p>
      </dsp:txBody>
      <dsp:txXfrm>
        <a:off x="0" y="19075"/>
        <a:ext cx="2210212" cy="930600"/>
      </dsp:txXfrm>
    </dsp:sp>
    <dsp:sp modelId="{A003C707-B0A8-457D-94C9-54CC7F025B49}">
      <dsp:nvSpPr>
        <dsp:cNvPr id="0" name=""/>
        <dsp:cNvSpPr/>
      </dsp:nvSpPr>
      <dsp:spPr>
        <a:xfrm>
          <a:off x="2210211" y="19075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FD55A6-1012-45E6-88C3-9915C6FCEBF4}">
      <dsp:nvSpPr>
        <dsp:cNvPr id="0" name=""/>
        <dsp:cNvSpPr/>
      </dsp:nvSpPr>
      <dsp:spPr>
        <a:xfrm>
          <a:off x="2829071" y="19075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Cuando se tocan partes activas de la red que están en tensión </a:t>
          </a:r>
          <a:endParaRPr lang="es-ES" sz="1800" kern="1200" dirty="0"/>
        </a:p>
      </dsp:txBody>
      <dsp:txXfrm>
        <a:off x="2829071" y="19075"/>
        <a:ext cx="6011776" cy="930600"/>
      </dsp:txXfrm>
    </dsp:sp>
    <dsp:sp modelId="{DD4823A7-A53F-4021-8414-EBC1772FE12C}">
      <dsp:nvSpPr>
        <dsp:cNvPr id="0" name=""/>
        <dsp:cNvSpPr/>
      </dsp:nvSpPr>
      <dsp:spPr>
        <a:xfrm>
          <a:off x="0" y="1118875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indirecto</a:t>
          </a:r>
          <a:endParaRPr lang="es-ES" sz="1800" b="1" kern="1200" dirty="0"/>
        </a:p>
      </dsp:txBody>
      <dsp:txXfrm>
        <a:off x="0" y="1118875"/>
        <a:ext cx="2210212" cy="930600"/>
      </dsp:txXfrm>
    </dsp:sp>
    <dsp:sp modelId="{9E11A470-A30B-450E-8129-676C8153CF49}">
      <dsp:nvSpPr>
        <dsp:cNvPr id="0" name=""/>
        <dsp:cNvSpPr/>
      </dsp:nvSpPr>
      <dsp:spPr>
        <a:xfrm>
          <a:off x="2210211" y="1118875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752C0E-8C27-41FA-91E3-83F83CB5CEDA}">
      <dsp:nvSpPr>
        <dsp:cNvPr id="0" name=""/>
        <dsp:cNvSpPr/>
      </dsp:nvSpPr>
      <dsp:spPr>
        <a:xfrm>
          <a:off x="2829071" y="1118875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Cuando se toca un dispositivo que normalmente no conduce la electricidad, pero sí que por algún fallo la conduce</a:t>
          </a:r>
          <a:endParaRPr lang="es-ES" sz="1800" kern="1200" dirty="0"/>
        </a:p>
      </dsp:txBody>
      <dsp:txXfrm>
        <a:off x="2829071" y="1118875"/>
        <a:ext cx="6011776" cy="930600"/>
      </dsp:txXfrm>
    </dsp:sp>
    <dsp:sp modelId="{36FF16BC-B09B-407B-AF54-4BCD62A47BA2}">
      <dsp:nvSpPr>
        <dsp:cNvPr id="0" name=""/>
        <dsp:cNvSpPr/>
      </dsp:nvSpPr>
      <dsp:spPr>
        <a:xfrm>
          <a:off x="0" y="2218676"/>
          <a:ext cx="2210212" cy="9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45720" rIns="128016" bIns="45720" numCol="1" spcCol="1270" anchor="ctr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Contacto de alta tensión</a:t>
          </a:r>
          <a:endParaRPr lang="es-ES" sz="1800" b="1" kern="1200" dirty="0"/>
        </a:p>
      </dsp:txBody>
      <dsp:txXfrm>
        <a:off x="0" y="2218676"/>
        <a:ext cx="2210212" cy="930600"/>
      </dsp:txXfrm>
    </dsp:sp>
    <dsp:sp modelId="{2AB7B940-0664-4E57-828B-BDDAB46613F7}">
      <dsp:nvSpPr>
        <dsp:cNvPr id="0" name=""/>
        <dsp:cNvSpPr/>
      </dsp:nvSpPr>
      <dsp:spPr>
        <a:xfrm>
          <a:off x="2210211" y="2218676"/>
          <a:ext cx="442042" cy="930600"/>
        </a:xfrm>
        <a:prstGeom prst="leftBrace">
          <a:avLst>
            <a:gd name="adj1" fmla="val 35000"/>
            <a:gd name="adj2" fmla="val 50000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0AECA-6D7E-4A6B-8B86-33FBC42D5C24}">
      <dsp:nvSpPr>
        <dsp:cNvPr id="0" name=""/>
        <dsp:cNvSpPr/>
      </dsp:nvSpPr>
      <dsp:spPr>
        <a:xfrm>
          <a:off x="2829071" y="2218676"/>
          <a:ext cx="6011776" cy="93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1800" kern="1200" dirty="0"/>
            <a:t>Por acercamiento a dispositivos de más de 1.000 voltios. Descarga a través del aire. </a:t>
          </a:r>
          <a:endParaRPr lang="es-ES" sz="1800" kern="1200" dirty="0"/>
        </a:p>
      </dsp:txBody>
      <dsp:txXfrm>
        <a:off x="2829071" y="2218676"/>
        <a:ext cx="6011776" cy="9306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697D16-8292-4D5D-8BBD-EC02ABFF0967}">
      <dsp:nvSpPr>
        <dsp:cNvPr id="0" name=""/>
        <dsp:cNvSpPr/>
      </dsp:nvSpPr>
      <dsp:spPr>
        <a:xfrm>
          <a:off x="3102207" y="2204132"/>
          <a:ext cx="619775" cy="13325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9887" y="0"/>
              </a:lnTo>
              <a:lnTo>
                <a:pt x="309887" y="1332516"/>
              </a:lnTo>
              <a:lnTo>
                <a:pt x="619775" y="1332516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10CFBB-1C67-47C1-9620-A4B45933B7CF}">
      <dsp:nvSpPr>
        <dsp:cNvPr id="0" name=""/>
        <dsp:cNvSpPr/>
      </dsp:nvSpPr>
      <dsp:spPr>
        <a:xfrm>
          <a:off x="3102207" y="2158412"/>
          <a:ext cx="6197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19775" y="4572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041D16-69F9-4893-B5E2-909757E1D972}">
      <dsp:nvSpPr>
        <dsp:cNvPr id="0" name=""/>
        <dsp:cNvSpPr/>
      </dsp:nvSpPr>
      <dsp:spPr>
        <a:xfrm>
          <a:off x="3102207" y="871615"/>
          <a:ext cx="619775" cy="1332516"/>
        </a:xfrm>
        <a:custGeom>
          <a:avLst/>
          <a:gdLst/>
          <a:ahLst/>
          <a:cxnLst/>
          <a:rect l="0" t="0" r="0" b="0"/>
          <a:pathLst>
            <a:path>
              <a:moveTo>
                <a:pt x="0" y="1332516"/>
              </a:moveTo>
              <a:lnTo>
                <a:pt x="309887" y="1332516"/>
              </a:lnTo>
              <a:lnTo>
                <a:pt x="309887" y="0"/>
              </a:lnTo>
              <a:lnTo>
                <a:pt x="619775" y="0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E9DA0D-8063-40DE-BB5E-6AC946BB37D4}">
      <dsp:nvSpPr>
        <dsp:cNvPr id="0" name=""/>
        <dsp:cNvSpPr/>
      </dsp:nvSpPr>
      <dsp:spPr>
        <a:xfrm>
          <a:off x="3332" y="1731553"/>
          <a:ext cx="3098875" cy="945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b="1" kern="1200" dirty="0"/>
            <a:t>Riesgos derivados de las condiciones medioambientales</a:t>
          </a:r>
          <a:endParaRPr lang="es-ES" sz="2300" b="1" kern="1200" dirty="0"/>
        </a:p>
      </dsp:txBody>
      <dsp:txXfrm>
        <a:off x="3332" y="1731553"/>
        <a:ext cx="3098875" cy="945156"/>
      </dsp:txXfrm>
    </dsp:sp>
    <dsp:sp modelId="{45AD050E-A4A0-4132-BAB3-3F5DBF4F2885}">
      <dsp:nvSpPr>
        <dsp:cNvPr id="0" name=""/>
        <dsp:cNvSpPr/>
      </dsp:nvSpPr>
      <dsp:spPr>
        <a:xfrm>
          <a:off x="3721982" y="399037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b="1" kern="1200" dirty="0"/>
            <a:t>Agentes físicos</a:t>
          </a:r>
          <a:endParaRPr lang="es-ES" sz="2300" b="1" kern="1200" dirty="0"/>
        </a:p>
      </dsp:txBody>
      <dsp:txXfrm>
        <a:off x="3721982" y="399037"/>
        <a:ext cx="3098875" cy="945156"/>
      </dsp:txXfrm>
    </dsp:sp>
    <dsp:sp modelId="{F1DE9236-69C1-4BD0-A08D-51B2A22933D1}">
      <dsp:nvSpPr>
        <dsp:cNvPr id="0" name=""/>
        <dsp:cNvSpPr/>
      </dsp:nvSpPr>
      <dsp:spPr>
        <a:xfrm>
          <a:off x="3721982" y="1731553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b="1" kern="1200" dirty="0"/>
            <a:t>Agentes químicos</a:t>
          </a:r>
          <a:endParaRPr lang="es-ES" sz="2300" b="1" kern="1200" dirty="0"/>
        </a:p>
      </dsp:txBody>
      <dsp:txXfrm>
        <a:off x="3721982" y="1731553"/>
        <a:ext cx="3098875" cy="945156"/>
      </dsp:txXfrm>
    </dsp:sp>
    <dsp:sp modelId="{C09F6677-ADF4-463A-91D3-66FC805D13E5}">
      <dsp:nvSpPr>
        <dsp:cNvPr id="0" name=""/>
        <dsp:cNvSpPr/>
      </dsp:nvSpPr>
      <dsp:spPr>
        <a:xfrm>
          <a:off x="3721982" y="3064069"/>
          <a:ext cx="3098875" cy="94515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b="1" kern="1200" dirty="0"/>
            <a:t>Agentes biológicos</a:t>
          </a:r>
        </a:p>
      </dsp:txBody>
      <dsp:txXfrm>
        <a:off x="3721982" y="3064069"/>
        <a:ext cx="3098875" cy="9451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2F715-ABB6-47C9-9C53-37A8F17F894C}">
      <dsp:nvSpPr>
        <dsp:cNvPr id="0" name=""/>
        <dsp:cNvSpPr/>
      </dsp:nvSpPr>
      <dsp:spPr>
        <a:xfrm>
          <a:off x="0" y="2827057"/>
          <a:ext cx="8461051" cy="10668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Condiciones y organización</a:t>
          </a:r>
          <a:endParaRPr lang="es-E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0" y="2827057"/>
        <a:ext cx="8461051" cy="576123"/>
      </dsp:txXfrm>
    </dsp:sp>
    <dsp:sp modelId="{45320903-6614-433E-805A-F015A0769F74}">
      <dsp:nvSpPr>
        <dsp:cNvPr id="0" name=""/>
        <dsp:cNvSpPr/>
      </dsp:nvSpPr>
      <dsp:spPr>
        <a:xfrm>
          <a:off x="4131" y="3315523"/>
          <a:ext cx="1408798" cy="68135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Eliminar ruidos molestos</a:t>
          </a:r>
          <a:endParaRPr lang="es-ES" sz="1400" kern="1200" dirty="0"/>
        </a:p>
      </dsp:txBody>
      <dsp:txXfrm>
        <a:off x="4131" y="3315523"/>
        <a:ext cx="1408798" cy="681354"/>
      </dsp:txXfrm>
    </dsp:sp>
    <dsp:sp modelId="{63977544-C1B2-4192-8864-6E81990C9CFA}">
      <dsp:nvSpPr>
        <dsp:cNvPr id="0" name=""/>
        <dsp:cNvSpPr/>
      </dsp:nvSpPr>
      <dsp:spPr>
        <a:xfrm>
          <a:off x="1412929" y="3327462"/>
          <a:ext cx="1408798" cy="6574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Temperatura entre 19 y 23 grados</a:t>
          </a:r>
          <a:endParaRPr lang="es-ES" sz="1400" kern="1200" dirty="0"/>
        </a:p>
      </dsp:txBody>
      <dsp:txXfrm>
        <a:off x="1412929" y="3327462"/>
        <a:ext cx="1408798" cy="657476"/>
      </dsp:txXfrm>
    </dsp:sp>
    <dsp:sp modelId="{60553E68-ADA1-4FD8-8881-C2EE5C347D7F}">
      <dsp:nvSpPr>
        <dsp:cNvPr id="0" name=""/>
        <dsp:cNvSpPr/>
      </dsp:nvSpPr>
      <dsp:spPr>
        <a:xfrm>
          <a:off x="2821727" y="3337562"/>
          <a:ext cx="1408798" cy="6372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Descansos de 10 minutos cada 2hs</a:t>
          </a:r>
          <a:endParaRPr lang="es-ES" sz="1400" kern="1200" dirty="0"/>
        </a:p>
      </dsp:txBody>
      <dsp:txXfrm>
        <a:off x="2821727" y="3337562"/>
        <a:ext cx="1408798" cy="637277"/>
      </dsp:txXfrm>
    </dsp:sp>
    <dsp:sp modelId="{857F2B14-7BC3-43EC-8646-0649B7BDFDB4}">
      <dsp:nvSpPr>
        <dsp:cNvPr id="0" name=""/>
        <dsp:cNvSpPr/>
      </dsp:nvSpPr>
      <dsp:spPr>
        <a:xfrm>
          <a:off x="4230525" y="3344948"/>
          <a:ext cx="1408798" cy="62250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Alternar con otras tareas</a:t>
          </a:r>
          <a:endParaRPr lang="es-ES" sz="1400" kern="1200" dirty="0"/>
        </a:p>
      </dsp:txBody>
      <dsp:txXfrm>
        <a:off x="4230525" y="3344948"/>
        <a:ext cx="1408798" cy="622503"/>
      </dsp:txXfrm>
    </dsp:sp>
    <dsp:sp modelId="{CE6A725F-EAA8-4A62-9ECE-4AA5004F028F}">
      <dsp:nvSpPr>
        <dsp:cNvPr id="0" name=""/>
        <dsp:cNvSpPr/>
      </dsp:nvSpPr>
      <dsp:spPr>
        <a:xfrm>
          <a:off x="5616627" y="3314549"/>
          <a:ext cx="1408798" cy="6353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Reconocimientos médicos</a:t>
          </a:r>
          <a:endParaRPr lang="es-ES" sz="1400" kern="1200" dirty="0"/>
        </a:p>
      </dsp:txBody>
      <dsp:txXfrm>
        <a:off x="5616627" y="3314549"/>
        <a:ext cx="1408798" cy="635390"/>
      </dsp:txXfrm>
    </dsp:sp>
    <dsp:sp modelId="{B86D22B3-7879-49FA-BBBA-10DF99DC881E}">
      <dsp:nvSpPr>
        <dsp:cNvPr id="0" name=""/>
        <dsp:cNvSpPr/>
      </dsp:nvSpPr>
      <dsp:spPr>
        <a:xfrm>
          <a:off x="7052252" y="3303729"/>
          <a:ext cx="1408798" cy="70513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Formación e información</a:t>
          </a:r>
          <a:endParaRPr lang="es-ES" sz="1400" kern="1200" dirty="0"/>
        </a:p>
      </dsp:txBody>
      <dsp:txXfrm>
        <a:off x="7052252" y="3303729"/>
        <a:ext cx="1408798" cy="705136"/>
      </dsp:txXfrm>
    </dsp:sp>
    <dsp:sp modelId="{B6D104E2-1C2F-47C1-B717-ACD859953C33}">
      <dsp:nvSpPr>
        <dsp:cNvPr id="0" name=""/>
        <dsp:cNvSpPr/>
      </dsp:nvSpPr>
      <dsp:spPr>
        <a:xfrm rot="10800000">
          <a:off x="0" y="1401471"/>
          <a:ext cx="8461051" cy="145711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Teclado y mobiliario</a:t>
          </a:r>
          <a:endParaRPr lang="es-E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1401471"/>
        <a:ext cx="8461051" cy="511446"/>
      </dsp:txXfrm>
    </dsp:sp>
    <dsp:sp modelId="{03F39E77-9215-4435-9C5D-7EAB28E0E9E6}">
      <dsp:nvSpPr>
        <dsp:cNvPr id="0" name=""/>
        <dsp:cNvSpPr/>
      </dsp:nvSpPr>
      <dsp:spPr>
        <a:xfrm>
          <a:off x="3601" y="1954445"/>
          <a:ext cx="1293119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Altura teclado y mesa 60-75 cm </a:t>
          </a:r>
          <a:endParaRPr lang="es-ES" sz="1400" kern="1200" dirty="0"/>
        </a:p>
      </dsp:txBody>
      <dsp:txXfrm>
        <a:off x="3601" y="1954445"/>
        <a:ext cx="1293119" cy="435676"/>
      </dsp:txXfrm>
    </dsp:sp>
    <dsp:sp modelId="{F0546467-6CFE-4A1D-84E2-2F7193CFBF18}">
      <dsp:nvSpPr>
        <dsp:cNvPr id="0" name=""/>
        <dsp:cNvSpPr/>
      </dsp:nvSpPr>
      <dsp:spPr>
        <a:xfrm>
          <a:off x="1316364" y="1992641"/>
          <a:ext cx="1460992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Ratón con reposamuñecas</a:t>
          </a:r>
          <a:endParaRPr lang="es-ES" sz="1400" kern="1200" dirty="0"/>
        </a:p>
      </dsp:txBody>
      <dsp:txXfrm>
        <a:off x="1316364" y="1992641"/>
        <a:ext cx="1460992" cy="435676"/>
      </dsp:txXfrm>
    </dsp:sp>
    <dsp:sp modelId="{27257D5D-4D58-4602-8083-1961B3CEB4E0}">
      <dsp:nvSpPr>
        <dsp:cNvPr id="0" name=""/>
        <dsp:cNvSpPr/>
      </dsp:nvSpPr>
      <dsp:spPr>
        <a:xfrm>
          <a:off x="2757713" y="1954445"/>
          <a:ext cx="1293119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Superficie mate</a:t>
          </a:r>
          <a:endParaRPr lang="es-ES" sz="1400" kern="1200" dirty="0"/>
        </a:p>
      </dsp:txBody>
      <dsp:txXfrm>
        <a:off x="2757713" y="1954445"/>
        <a:ext cx="1293119" cy="435676"/>
      </dsp:txXfrm>
    </dsp:sp>
    <dsp:sp modelId="{05295AF9-9E02-4714-9514-81B5216EC0CA}">
      <dsp:nvSpPr>
        <dsp:cNvPr id="0" name=""/>
        <dsp:cNvSpPr/>
      </dsp:nvSpPr>
      <dsp:spPr>
        <a:xfrm>
          <a:off x="4050833" y="1954445"/>
          <a:ext cx="1293119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Posición recta</a:t>
          </a:r>
          <a:endParaRPr lang="es-ES" sz="1400" kern="1200" dirty="0"/>
        </a:p>
      </dsp:txBody>
      <dsp:txXfrm>
        <a:off x="4050833" y="1954445"/>
        <a:ext cx="1293119" cy="435676"/>
      </dsp:txXfrm>
    </dsp:sp>
    <dsp:sp modelId="{89C5CE9F-28C7-42D4-853B-F980A740619D}">
      <dsp:nvSpPr>
        <dsp:cNvPr id="0" name=""/>
        <dsp:cNvSpPr/>
      </dsp:nvSpPr>
      <dsp:spPr>
        <a:xfrm>
          <a:off x="5343953" y="1954445"/>
          <a:ext cx="1820376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Portadocumentos o atril</a:t>
          </a:r>
          <a:endParaRPr lang="es-ES" sz="1400" kern="1200" dirty="0"/>
        </a:p>
      </dsp:txBody>
      <dsp:txXfrm>
        <a:off x="5343953" y="1954445"/>
        <a:ext cx="1820376" cy="435676"/>
      </dsp:txXfrm>
    </dsp:sp>
    <dsp:sp modelId="{C553FB64-3C88-4BA1-BDD4-131FB7784D5E}">
      <dsp:nvSpPr>
        <dsp:cNvPr id="0" name=""/>
        <dsp:cNvSpPr/>
      </dsp:nvSpPr>
      <dsp:spPr>
        <a:xfrm>
          <a:off x="7164329" y="1954445"/>
          <a:ext cx="1293119" cy="4356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Asiento de trabajo</a:t>
          </a:r>
          <a:endParaRPr lang="es-ES" sz="1400" kern="1200" dirty="0"/>
        </a:p>
      </dsp:txBody>
      <dsp:txXfrm>
        <a:off x="7164329" y="1954445"/>
        <a:ext cx="1293119" cy="435676"/>
      </dsp:txXfrm>
    </dsp:sp>
    <dsp:sp modelId="{8E37D36D-3940-4D8E-8177-F7F18685B541}">
      <dsp:nvSpPr>
        <dsp:cNvPr id="0" name=""/>
        <dsp:cNvSpPr/>
      </dsp:nvSpPr>
      <dsp:spPr>
        <a:xfrm rot="10800000">
          <a:off x="0" y="0"/>
          <a:ext cx="8461051" cy="145711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Pantalla y luz</a:t>
          </a:r>
          <a:endParaRPr lang="es-ES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10800000">
        <a:off x="0" y="0"/>
        <a:ext cx="8461051" cy="511446"/>
      </dsp:txXfrm>
    </dsp:sp>
    <dsp:sp modelId="{74035E51-5F7D-492D-831D-E7416FC0A30D}">
      <dsp:nvSpPr>
        <dsp:cNvPr id="0" name=""/>
        <dsp:cNvSpPr/>
      </dsp:nvSpPr>
      <dsp:spPr>
        <a:xfrm>
          <a:off x="1032" y="354976"/>
          <a:ext cx="1691797" cy="748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No colocarse por encima del nivel de los ojos</a:t>
          </a:r>
          <a:endParaRPr lang="es-ES" sz="1400" kern="1200" dirty="0"/>
        </a:p>
      </dsp:txBody>
      <dsp:txXfrm>
        <a:off x="1032" y="354976"/>
        <a:ext cx="1691797" cy="748810"/>
      </dsp:txXfrm>
    </dsp:sp>
    <dsp:sp modelId="{5E7EC5B2-2BA1-41F0-A04E-41A32867A7BE}">
      <dsp:nvSpPr>
        <dsp:cNvPr id="0" name=""/>
        <dsp:cNvSpPr/>
      </dsp:nvSpPr>
      <dsp:spPr>
        <a:xfrm>
          <a:off x="1692829" y="354976"/>
          <a:ext cx="1691797" cy="748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Evitar reflejos y deslumbramientos</a:t>
          </a:r>
          <a:endParaRPr lang="es-ES" sz="1400" kern="1200" dirty="0"/>
        </a:p>
      </dsp:txBody>
      <dsp:txXfrm>
        <a:off x="1692829" y="354976"/>
        <a:ext cx="1691797" cy="748810"/>
      </dsp:txXfrm>
    </dsp:sp>
    <dsp:sp modelId="{9E94DDF8-9165-4661-9BE4-F7A95988DADC}">
      <dsp:nvSpPr>
        <dsp:cNvPr id="0" name=""/>
        <dsp:cNvSpPr/>
      </dsp:nvSpPr>
      <dsp:spPr>
        <a:xfrm>
          <a:off x="3384626" y="354976"/>
          <a:ext cx="1691797" cy="748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Situar el ordenador en 90˚ respecto a la luz.</a:t>
          </a:r>
          <a:endParaRPr lang="es-ES" sz="1400" kern="1200" dirty="0"/>
        </a:p>
      </dsp:txBody>
      <dsp:txXfrm>
        <a:off x="3384626" y="354976"/>
        <a:ext cx="1691797" cy="748810"/>
      </dsp:txXfrm>
    </dsp:sp>
    <dsp:sp modelId="{E87B7403-F903-40DB-9AB4-C31B1AD870BA}">
      <dsp:nvSpPr>
        <dsp:cNvPr id="0" name=""/>
        <dsp:cNvSpPr/>
      </dsp:nvSpPr>
      <dsp:spPr>
        <a:xfrm>
          <a:off x="5076424" y="354976"/>
          <a:ext cx="1691797" cy="748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Recomiendan 300 lux</a:t>
          </a:r>
          <a:endParaRPr lang="es-ES" sz="1400" kern="1200" dirty="0"/>
        </a:p>
      </dsp:txBody>
      <dsp:txXfrm>
        <a:off x="5076424" y="354976"/>
        <a:ext cx="1691797" cy="748810"/>
      </dsp:txXfrm>
    </dsp:sp>
    <dsp:sp modelId="{FECA9553-1333-4CE9-BE52-5B15744445E4}">
      <dsp:nvSpPr>
        <dsp:cNvPr id="0" name=""/>
        <dsp:cNvSpPr/>
      </dsp:nvSpPr>
      <dsp:spPr>
        <a:xfrm>
          <a:off x="6768221" y="354976"/>
          <a:ext cx="1691797" cy="748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17780" rIns="99568" bIns="1778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400" kern="1200" dirty="0"/>
            <a:t>Evitar parpadeos en pantalla</a:t>
          </a:r>
          <a:endParaRPr lang="es-ES" sz="1400" kern="1200" dirty="0"/>
        </a:p>
      </dsp:txBody>
      <dsp:txXfrm>
        <a:off x="6768221" y="354976"/>
        <a:ext cx="1691797" cy="748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BracketList+Icon#1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diagrams.loki3.com/BracketList+Icon#2">
  <dgm:title val="Lista de llaves verticales"/>
  <dgm:desc val="Se usa para mostrar bloques de información agrupados. Funciona bien con gran cantidad de texto de nivel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30/09/2024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6425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528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3213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636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7397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0925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354594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056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1139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7097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2416553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6969020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5794181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2493227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128588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7378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437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30/09/2024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800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1" r:id="rId1"/>
    <p:sldLayoutId id="2147484152" r:id="rId2"/>
    <p:sldLayoutId id="2147484153" r:id="rId3"/>
    <p:sldLayoutId id="2147484154" r:id="rId4"/>
    <p:sldLayoutId id="2147484155" r:id="rId5"/>
    <p:sldLayoutId id="2147484156" r:id="rId6"/>
    <p:sldLayoutId id="2147484157" r:id="rId7"/>
    <p:sldLayoutId id="2147484158" r:id="rId8"/>
    <p:sldLayoutId id="2147484159" r:id="rId9"/>
    <p:sldLayoutId id="2147484160" r:id="rId10"/>
    <p:sldLayoutId id="2147484161" r:id="rId11"/>
    <p:sldLayoutId id="2147484162" r:id="rId12"/>
    <p:sldLayoutId id="2147484163" r:id="rId13"/>
    <p:sldLayoutId id="2147484164" r:id="rId14"/>
    <p:sldLayoutId id="2147484165" r:id="rId15"/>
    <p:sldLayoutId id="2147484166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cionadistancia.juntadeandalucia.es/centros/almeria/course/view.php?id=946#section-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3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7.xml"/><Relationship Id="rId7" Type="http://schemas.openxmlformats.org/officeDocument/2006/relationships/hyperlink" Target="http://www.insht.es/portal/site/Insht/menuitem.1f1a3bc79ab34c578c2e8884060961ca/?vgnextoid=8949e23615dc5110VgnVCM100000dc0ca8c0RCRD&amp;vgnextchannel=ff3cc6b33a9f1110VgnVCM100000dc0ca8c0RCRD&amp;tab=tabConsultaCompleta" TargetMode="Externa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nsht.es/" TargetMode="Externa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659906" y="735955"/>
            <a:ext cx="706484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5400" b="1" dirty="0">
                <a:solidFill>
                  <a:schemeClr val="accent2"/>
                </a:solidFill>
              </a:rPr>
              <a:t>RA-2 </a:t>
            </a:r>
          </a:p>
          <a:p>
            <a:pPr algn="ctr"/>
            <a:endParaRPr lang="es-ES_tradnl" sz="5400" b="1" dirty="0">
              <a:solidFill>
                <a:schemeClr val="accent2"/>
              </a:solidFill>
            </a:endParaRPr>
          </a:p>
          <a:p>
            <a:pPr algn="ctr"/>
            <a:r>
              <a:rPr lang="es-ES_tradnl" sz="5400" b="1" dirty="0">
                <a:solidFill>
                  <a:schemeClr val="accent2"/>
                </a:solidFill>
              </a:rPr>
              <a:t> </a:t>
            </a:r>
            <a:r>
              <a:rPr lang="es-ES" sz="5400" b="1" i="0" cap="all" dirty="0">
                <a:solidFill>
                  <a:srgbClr val="005591"/>
                </a:solidFill>
                <a:effectLst/>
                <a:latin typeface="Poppins"/>
                <a:hlinkClick r:id="rId3"/>
              </a:rPr>
              <a:t>SEGURIDAD Y SALUD LABORAL. PRL</a:t>
            </a:r>
            <a:endParaRPr lang="es-ES" sz="5400" b="1" i="0" cap="all" dirty="0">
              <a:solidFill>
                <a:srgbClr val="005591"/>
              </a:solidFill>
              <a:effectLst/>
              <a:latin typeface="Poppins"/>
            </a:endParaRPr>
          </a:p>
          <a:p>
            <a:endParaRPr lang="es-ES" sz="2000" b="1" i="0" cap="all" dirty="0">
              <a:solidFill>
                <a:srgbClr val="1177D1"/>
              </a:solidFill>
              <a:effectLst/>
              <a:latin typeface="Poppins"/>
            </a:endParaRPr>
          </a:p>
          <a:p>
            <a:endParaRPr lang="es-ES_tradnl" sz="5400" b="1" dirty="0">
              <a:solidFill>
                <a:schemeClr val="accent2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2CDBD64-4654-4359-B238-0103A2D4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69" y="5943600"/>
            <a:ext cx="676275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683568" y="980728"/>
            <a:ext cx="70648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_tradnl" sz="5400" b="1" dirty="0">
              <a:solidFill>
                <a:schemeClr val="accent2"/>
              </a:solidFill>
            </a:endParaRPr>
          </a:p>
          <a:p>
            <a:pPr algn="ctr"/>
            <a:r>
              <a:rPr lang="es-ES_tradnl" sz="5400" dirty="0">
                <a:solidFill>
                  <a:schemeClr val="accent2"/>
                </a:solidFill>
              </a:rPr>
              <a:t>PREVENCIÓN DE RIESGOS: CONCEPTOS BÁSICOS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119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1171" y="397384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81171" y="1622587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Concepto de salud</a:t>
            </a:r>
          </a:p>
        </p:txBody>
      </p:sp>
      <p:sp>
        <p:nvSpPr>
          <p:cNvPr id="6" name="5 Rectángulo">
            <a:hlinkClick r:id="rId3" action="ppaction://hlinksldjump"/>
          </p:cNvPr>
          <p:cNvSpPr/>
          <p:nvPr/>
        </p:nvSpPr>
        <p:spPr>
          <a:xfrm>
            <a:off x="716275" y="3072115"/>
            <a:ext cx="607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Daños a la salud del trabajador</a:t>
            </a:r>
          </a:p>
        </p:txBody>
      </p:sp>
      <p:sp>
        <p:nvSpPr>
          <p:cNvPr id="10" name="9 Rectángulo">
            <a:hlinkClick r:id="rId4" action="ppaction://hlinksldjump"/>
          </p:cNvPr>
          <p:cNvSpPr/>
          <p:nvPr/>
        </p:nvSpPr>
        <p:spPr>
          <a:xfrm>
            <a:off x="716275" y="2347351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Factores de riesgo laboral</a:t>
            </a:r>
          </a:p>
        </p:txBody>
      </p:sp>
      <p:sp>
        <p:nvSpPr>
          <p:cNvPr id="18" name="17 Rectángulo">
            <a:hlinkClick r:id="rId5" action="ppaction://hlinksldjump"/>
          </p:cNvPr>
          <p:cNvSpPr/>
          <p:nvPr/>
        </p:nvSpPr>
        <p:spPr>
          <a:xfrm>
            <a:off x="718177" y="3796879"/>
            <a:ext cx="763524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Medidas de prevención y protección de riesgos  laborales 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173588" y="1683"/>
            <a:ext cx="8970411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Legislación sobre prevención de riesgos laborales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2962031" y="836065"/>
            <a:ext cx="3219938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400" b="1" dirty="0"/>
              <a:t>Marco Normativo</a:t>
            </a:r>
            <a:endParaRPr lang="es-ES" sz="2400" b="1" dirty="0"/>
          </a:p>
        </p:txBody>
      </p:sp>
      <p:sp>
        <p:nvSpPr>
          <p:cNvPr id="34" name="33 Rectángulo"/>
          <p:cNvSpPr/>
          <p:nvPr/>
        </p:nvSpPr>
        <p:spPr>
          <a:xfrm>
            <a:off x="2434374" y="1548997"/>
            <a:ext cx="6546081" cy="1077218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La OIT: convenios internacionales  como Convenio nº 155 de 1981 seguridad y salud de los trabajadores y medio ambiente de trabajo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Normas de la UE  como Directiva Marco 89/391/CEE </a:t>
            </a:r>
            <a:endParaRPr lang="es-ES" sz="16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1" y="1641331"/>
            <a:ext cx="1984136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/>
              <a:t>Normas Internacionales</a:t>
            </a:r>
            <a:endParaRPr lang="es-ES" dirty="0"/>
          </a:p>
        </p:txBody>
      </p:sp>
      <p:sp>
        <p:nvSpPr>
          <p:cNvPr id="42" name="41 Flecha derecha"/>
          <p:cNvSpPr/>
          <p:nvPr/>
        </p:nvSpPr>
        <p:spPr>
          <a:xfrm>
            <a:off x="1987807" y="1871515"/>
            <a:ext cx="415042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24" name="23 CuadroTexto"/>
          <p:cNvSpPr txBox="1"/>
          <p:nvPr/>
        </p:nvSpPr>
        <p:spPr>
          <a:xfrm>
            <a:off x="320013" y="2556260"/>
            <a:ext cx="1571847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/>
              <a:t>Constitución Española</a:t>
            </a:r>
            <a:endParaRPr lang="es-ES" dirty="0"/>
          </a:p>
        </p:txBody>
      </p:sp>
      <p:sp>
        <p:nvSpPr>
          <p:cNvPr id="25" name="24 Rectángulo"/>
          <p:cNvSpPr/>
          <p:nvPr/>
        </p:nvSpPr>
        <p:spPr>
          <a:xfrm>
            <a:off x="2466231" y="2724084"/>
            <a:ext cx="6370732" cy="58477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Art. 40.2. Los poderes públicos deben velar por la seguridad e higiene de los trabajadores</a:t>
            </a:r>
          </a:p>
        </p:txBody>
      </p:sp>
      <p:sp>
        <p:nvSpPr>
          <p:cNvPr id="28" name="27 Flecha derecha"/>
          <p:cNvSpPr/>
          <p:nvPr/>
        </p:nvSpPr>
        <p:spPr>
          <a:xfrm>
            <a:off x="1906887" y="2830669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29" name="28 Rectángulo"/>
          <p:cNvSpPr/>
          <p:nvPr/>
        </p:nvSpPr>
        <p:spPr>
          <a:xfrm>
            <a:off x="2402847" y="3545488"/>
            <a:ext cx="6497501" cy="584775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ym typeface="Wingdings" pitchFamily="2" charset="2"/>
              </a:rPr>
              <a:t>Ley de Prevención de Riesgos Laborales, ley 31/1995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ym typeface="Wingdings" pitchFamily="2" charset="2"/>
              </a:rPr>
              <a:t>RD 39/1997 que regula los Servicios de Prevención</a:t>
            </a:r>
            <a:endParaRPr lang="es-ES" sz="1600" dirty="0">
              <a:sym typeface="Wingdings" pitchFamily="2" charset="2"/>
            </a:endParaRPr>
          </a:p>
        </p:txBody>
      </p:sp>
      <p:sp>
        <p:nvSpPr>
          <p:cNvPr id="32" name="31 Flecha derecha"/>
          <p:cNvSpPr/>
          <p:nvPr/>
        </p:nvSpPr>
        <p:spPr>
          <a:xfrm>
            <a:off x="1891860" y="3744896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33" name="32 Rectángulo"/>
          <p:cNvSpPr/>
          <p:nvPr/>
        </p:nvSpPr>
        <p:spPr>
          <a:xfrm>
            <a:off x="2429007" y="4333768"/>
            <a:ext cx="6546081" cy="1323439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Reales Decretos que desarrollan cada riesgo laboral con sus medidas de prevención y protección: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RD 485/1997 sobre señalización de seguridad y salud en el trabajo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RD 486/1997 sobre seguridad y salud en lugares de trabajo</a:t>
            </a:r>
          </a:p>
        </p:txBody>
      </p:sp>
      <p:sp>
        <p:nvSpPr>
          <p:cNvPr id="35" name="34 Flecha derecha"/>
          <p:cNvSpPr/>
          <p:nvPr/>
        </p:nvSpPr>
        <p:spPr>
          <a:xfrm>
            <a:off x="1906886" y="4653136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36" name="35 CuadroTexto"/>
          <p:cNvSpPr txBox="1"/>
          <p:nvPr/>
        </p:nvSpPr>
        <p:spPr>
          <a:xfrm>
            <a:off x="302495" y="3447751"/>
            <a:ext cx="1606882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/>
              <a:t>Legislación básica</a:t>
            </a:r>
            <a:endParaRPr lang="es-E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320013" y="4515931"/>
            <a:ext cx="1606882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/>
              <a:t>Legislación básica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6692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Concepto de salud</a:t>
            </a:r>
          </a:p>
        </p:txBody>
      </p:sp>
      <p:graphicFrame>
        <p:nvGraphicFramePr>
          <p:cNvPr id="3" name="2 Diagrama"/>
          <p:cNvGraphicFramePr/>
          <p:nvPr>
            <p:extLst>
              <p:ext uri="{D42A27DB-BD31-4B8C-83A1-F6EECF244321}">
                <p14:modId xmlns:p14="http://schemas.microsoft.com/office/powerpoint/2010/main" val="3695609998"/>
              </p:ext>
            </p:extLst>
          </p:nvPr>
        </p:nvGraphicFramePr>
        <p:xfrm>
          <a:off x="720536" y="-433262"/>
          <a:ext cx="677038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39 CuadroTexto"/>
          <p:cNvSpPr txBox="1"/>
          <p:nvPr/>
        </p:nvSpPr>
        <p:spPr>
          <a:xfrm>
            <a:off x="387542" y="2714417"/>
            <a:ext cx="1652465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tx1"/>
                </a:solidFill>
              </a:rPr>
              <a:t>Riesgo laboral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41" name="40 Flecha derecha"/>
          <p:cNvSpPr/>
          <p:nvPr/>
        </p:nvSpPr>
        <p:spPr>
          <a:xfrm rot="5400000">
            <a:off x="919727" y="3738277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2" name="41 Flecha derecha"/>
          <p:cNvSpPr/>
          <p:nvPr/>
        </p:nvSpPr>
        <p:spPr>
          <a:xfrm rot="5400000">
            <a:off x="3673454" y="3776855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42 CuadroTexto"/>
          <p:cNvSpPr txBox="1"/>
          <p:nvPr/>
        </p:nvSpPr>
        <p:spPr>
          <a:xfrm>
            <a:off x="2397786" y="4146962"/>
            <a:ext cx="3254334" cy="830997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sz="1600" dirty="0"/>
              <a:t>Cualquier característica del trabajo que puede influir en que aparezcan riesgos</a:t>
            </a:r>
            <a:endParaRPr lang="es-ES" sz="1600" dirty="0"/>
          </a:p>
        </p:txBody>
      </p:sp>
      <p:sp>
        <p:nvSpPr>
          <p:cNvPr id="44" name="43 CuadroTexto"/>
          <p:cNvSpPr txBox="1"/>
          <p:nvPr/>
        </p:nvSpPr>
        <p:spPr>
          <a:xfrm>
            <a:off x="221376" y="4145970"/>
            <a:ext cx="1818631" cy="584775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1600" dirty="0"/>
              <a:t>Posibilidad de sufrir un daño</a:t>
            </a:r>
            <a:endParaRPr lang="es-ES" sz="1600" dirty="0"/>
          </a:p>
        </p:txBody>
      </p:sp>
      <p:sp>
        <p:nvSpPr>
          <p:cNvPr id="45" name="44 CuadroTexto"/>
          <p:cNvSpPr txBox="1"/>
          <p:nvPr/>
        </p:nvSpPr>
        <p:spPr>
          <a:xfrm>
            <a:off x="3034777" y="2748411"/>
            <a:ext cx="1652465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tx1"/>
                </a:solidFill>
              </a:rPr>
              <a:t>Condición de trabajo</a:t>
            </a:r>
            <a:endParaRPr lang="es-ES" b="1" dirty="0">
              <a:solidFill>
                <a:schemeClr val="tx1"/>
              </a:solidFill>
            </a:endParaRPr>
          </a:p>
        </p:txBody>
      </p:sp>
      <p:sp>
        <p:nvSpPr>
          <p:cNvPr id="46" name="45 Rectángulo"/>
          <p:cNvSpPr/>
          <p:nvPr/>
        </p:nvSpPr>
        <p:spPr>
          <a:xfrm>
            <a:off x="2050414" y="4985586"/>
            <a:ext cx="38341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</a:rPr>
              <a:t>Local, instalaciones, equipos, productos</a:t>
            </a:r>
          </a:p>
          <a:p>
            <a:pPr marL="285750" lvl="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</a:rPr>
              <a:t>Agentes físicos, químicos y biológicos</a:t>
            </a:r>
          </a:p>
          <a:p>
            <a:pPr marL="285750" lvl="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</a:rPr>
              <a:t>Procedimientos</a:t>
            </a:r>
          </a:p>
          <a:p>
            <a:pPr marL="285750" lvl="0" indent="-285750">
              <a:buFontTx/>
              <a:buChar char="-"/>
            </a:pPr>
            <a:r>
              <a:rPr lang="es-ES_tradnl" sz="1600" dirty="0">
                <a:solidFill>
                  <a:prstClr val="black"/>
                </a:solidFill>
              </a:rPr>
              <a:t>Otros del trabajo</a:t>
            </a:r>
          </a:p>
        </p:txBody>
      </p:sp>
      <p:sp>
        <p:nvSpPr>
          <p:cNvPr id="47" name="46 CuadroTexto"/>
          <p:cNvSpPr txBox="1"/>
          <p:nvPr/>
        </p:nvSpPr>
        <p:spPr>
          <a:xfrm>
            <a:off x="6088523" y="2502702"/>
            <a:ext cx="2711728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Prevención de riesgos laborales</a:t>
            </a:r>
            <a:endParaRPr lang="es-ES" dirty="0"/>
          </a:p>
        </p:txBody>
      </p:sp>
      <p:sp>
        <p:nvSpPr>
          <p:cNvPr id="48" name="47 Flecha derecha"/>
          <p:cNvSpPr/>
          <p:nvPr/>
        </p:nvSpPr>
        <p:spPr>
          <a:xfrm rot="5400000">
            <a:off x="7162476" y="3407649"/>
            <a:ext cx="504056" cy="21602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48 CuadroTexto"/>
          <p:cNvSpPr txBox="1"/>
          <p:nvPr/>
        </p:nvSpPr>
        <p:spPr>
          <a:xfrm>
            <a:off x="6215079" y="3777630"/>
            <a:ext cx="2707546" cy="1477328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Conjunto de medidas para evitar o disminuir los riesgos laborales y mejorar las condiciones de trabajo</a:t>
            </a:r>
            <a:endParaRPr lang="es-ES" dirty="0"/>
          </a:p>
        </p:txBody>
      </p:sp>
      <p:sp>
        <p:nvSpPr>
          <p:cNvPr id="52" name="51 CuadroTexto"/>
          <p:cNvSpPr txBox="1"/>
          <p:nvPr/>
        </p:nvSpPr>
        <p:spPr>
          <a:xfrm>
            <a:off x="6199420" y="5579682"/>
            <a:ext cx="2711728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Legislación en prevención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367500" y="969779"/>
            <a:ext cx="4134833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Factores o condiciones de riesgo</a:t>
            </a:r>
            <a:endParaRPr lang="es-ES" dirty="0"/>
          </a:p>
        </p:txBody>
      </p:sp>
      <p:sp>
        <p:nvSpPr>
          <p:cNvPr id="28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2. Factores de riesgo laboral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65533" y="1556792"/>
            <a:ext cx="1539922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dirty="0">
                <a:solidFill>
                  <a:schemeClr val="tx1"/>
                </a:solidFill>
              </a:rPr>
              <a:t>Condiciones de seguridad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2" name="31 Flecha derecha"/>
          <p:cNvSpPr/>
          <p:nvPr/>
        </p:nvSpPr>
        <p:spPr>
          <a:xfrm>
            <a:off x="1958853" y="1658403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29 Flecha derecha"/>
          <p:cNvSpPr/>
          <p:nvPr/>
        </p:nvSpPr>
        <p:spPr>
          <a:xfrm>
            <a:off x="1908369" y="2044609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30 Flecha derecha"/>
          <p:cNvSpPr/>
          <p:nvPr/>
        </p:nvSpPr>
        <p:spPr>
          <a:xfrm>
            <a:off x="2386653" y="2718557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34 Flecha derecha"/>
          <p:cNvSpPr/>
          <p:nvPr/>
        </p:nvSpPr>
        <p:spPr>
          <a:xfrm>
            <a:off x="2439778" y="3109914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6" name="35 Flecha derecha"/>
          <p:cNvSpPr/>
          <p:nvPr/>
        </p:nvSpPr>
        <p:spPr>
          <a:xfrm>
            <a:off x="2439778" y="3567213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37 Flecha derecha"/>
          <p:cNvSpPr/>
          <p:nvPr/>
        </p:nvSpPr>
        <p:spPr>
          <a:xfrm>
            <a:off x="2138673" y="4116546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38 Flecha derecha"/>
          <p:cNvSpPr/>
          <p:nvPr/>
        </p:nvSpPr>
        <p:spPr>
          <a:xfrm>
            <a:off x="2053151" y="5246470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40 CuadroTexto"/>
          <p:cNvSpPr txBox="1"/>
          <p:nvPr/>
        </p:nvSpPr>
        <p:spPr>
          <a:xfrm>
            <a:off x="2404330" y="1936049"/>
            <a:ext cx="6744308" cy="64633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Equipos de trabajo: máquinas, herramientas, equipos de transporte</a:t>
            </a:r>
            <a:endParaRPr lang="es-ES" dirty="0"/>
          </a:p>
        </p:txBody>
      </p:sp>
      <p:sp>
        <p:nvSpPr>
          <p:cNvPr id="43" name="42 CuadroTexto"/>
          <p:cNvSpPr txBox="1"/>
          <p:nvPr/>
        </p:nvSpPr>
        <p:spPr>
          <a:xfrm>
            <a:off x="2703219" y="5156792"/>
            <a:ext cx="6091556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Organización del trabajo: monotonía, variedad tareas…</a:t>
            </a:r>
            <a:endParaRPr lang="es-ES" dirty="0"/>
          </a:p>
        </p:txBody>
      </p:sp>
      <p:sp>
        <p:nvSpPr>
          <p:cNvPr id="44" name="43 CuadroTexto"/>
          <p:cNvSpPr txBox="1"/>
          <p:nvPr/>
        </p:nvSpPr>
        <p:spPr>
          <a:xfrm>
            <a:off x="2738036" y="4491727"/>
            <a:ext cx="5633819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Carga mental: cantidad de información, rapidez…</a:t>
            </a:r>
            <a:endParaRPr lang="es-ES" dirty="0"/>
          </a:p>
        </p:txBody>
      </p:sp>
      <p:sp>
        <p:nvSpPr>
          <p:cNvPr id="45" name="44 CuadroTexto"/>
          <p:cNvSpPr txBox="1"/>
          <p:nvPr/>
        </p:nvSpPr>
        <p:spPr>
          <a:xfrm>
            <a:off x="2520956" y="1543430"/>
            <a:ext cx="5882232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Lugares de trabajo: espacios, instalaciones, escaleras…</a:t>
            </a:r>
            <a:endParaRPr lang="es-ES" dirty="0"/>
          </a:p>
        </p:txBody>
      </p:sp>
      <p:sp>
        <p:nvSpPr>
          <p:cNvPr id="46" name="45 CuadroTexto"/>
          <p:cNvSpPr txBox="1"/>
          <p:nvPr/>
        </p:nvSpPr>
        <p:spPr>
          <a:xfrm>
            <a:off x="2739377" y="4060716"/>
            <a:ext cx="3704831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Carga física: esfuerzos físicos…</a:t>
            </a:r>
            <a:endParaRPr lang="es-ES" dirty="0"/>
          </a:p>
        </p:txBody>
      </p:sp>
      <p:sp>
        <p:nvSpPr>
          <p:cNvPr id="48" name="47 CuadroTexto"/>
          <p:cNvSpPr txBox="1"/>
          <p:nvPr/>
        </p:nvSpPr>
        <p:spPr>
          <a:xfrm>
            <a:off x="2897433" y="2612933"/>
            <a:ext cx="6220441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Agentes físicos: ruido, radiaciones, iluminación, vibración</a:t>
            </a:r>
            <a:endParaRPr lang="es-ES" dirty="0"/>
          </a:p>
        </p:txBody>
      </p:sp>
      <p:sp>
        <p:nvSpPr>
          <p:cNvPr id="49" name="48 Flecha derecha"/>
          <p:cNvSpPr/>
          <p:nvPr/>
        </p:nvSpPr>
        <p:spPr>
          <a:xfrm>
            <a:off x="2058376" y="5631951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49 CuadroTexto"/>
          <p:cNvSpPr txBox="1"/>
          <p:nvPr/>
        </p:nvSpPr>
        <p:spPr>
          <a:xfrm>
            <a:off x="2701397" y="5567127"/>
            <a:ext cx="6416478" cy="646331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Características personales: perfección en la tarea, motivación…</a:t>
            </a:r>
            <a:endParaRPr lang="es-ES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88489" y="2751973"/>
            <a:ext cx="2198165" cy="10066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dirty="0">
                <a:solidFill>
                  <a:schemeClr val="tx1"/>
                </a:solidFill>
              </a:rPr>
              <a:t>Condiciones medioambientales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7" name="36 CuadroTexto"/>
          <p:cNvSpPr txBox="1"/>
          <p:nvPr/>
        </p:nvSpPr>
        <p:spPr>
          <a:xfrm>
            <a:off x="408521" y="4022184"/>
            <a:ext cx="1716967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dirty="0">
                <a:solidFill>
                  <a:schemeClr val="tx1"/>
                </a:solidFill>
              </a:rPr>
              <a:t>Condiciones ergonómicas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0" name="39 CuadroTexto"/>
          <p:cNvSpPr txBox="1"/>
          <p:nvPr/>
        </p:nvSpPr>
        <p:spPr>
          <a:xfrm>
            <a:off x="340700" y="5086977"/>
            <a:ext cx="1654106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dirty="0">
                <a:solidFill>
                  <a:schemeClr val="tx1"/>
                </a:solidFill>
              </a:rPr>
              <a:t>Condiciones psicosociales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3032077" y="3024821"/>
            <a:ext cx="5932411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Agentes químicos: sustancias, preparados…</a:t>
            </a:r>
            <a:endParaRPr lang="es-ES" dirty="0"/>
          </a:p>
        </p:txBody>
      </p:sp>
      <p:sp>
        <p:nvSpPr>
          <p:cNvPr id="51" name="50 CuadroTexto"/>
          <p:cNvSpPr txBox="1"/>
          <p:nvPr/>
        </p:nvSpPr>
        <p:spPr>
          <a:xfrm>
            <a:off x="3032077" y="3462177"/>
            <a:ext cx="6111923" cy="369332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_tradnl" dirty="0"/>
              <a:t>Agentes biológicos: virus, bacterias, hongos, protozoos…</a:t>
            </a:r>
            <a:endParaRPr lang="es-ES" dirty="0"/>
          </a:p>
        </p:txBody>
      </p:sp>
      <p:sp>
        <p:nvSpPr>
          <p:cNvPr id="52" name="51 Flecha derecha"/>
          <p:cNvSpPr/>
          <p:nvPr/>
        </p:nvSpPr>
        <p:spPr>
          <a:xfrm>
            <a:off x="2156350" y="4583412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902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173588" y="1683"/>
            <a:ext cx="8970411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Factores de riesgo laboral</a:t>
            </a:r>
          </a:p>
        </p:txBody>
      </p:sp>
      <p:graphicFrame>
        <p:nvGraphicFramePr>
          <p:cNvPr id="3" name="2 Diagrama"/>
          <p:cNvGraphicFramePr/>
          <p:nvPr/>
        </p:nvGraphicFramePr>
        <p:xfrm>
          <a:off x="284891" y="30198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7" name="26 Diagrama"/>
          <p:cNvGraphicFramePr/>
          <p:nvPr/>
        </p:nvGraphicFramePr>
        <p:xfrm>
          <a:off x="284891" y="1618002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0" name="29 Diagrama"/>
          <p:cNvGraphicFramePr/>
          <p:nvPr/>
        </p:nvGraphicFramePr>
        <p:xfrm>
          <a:off x="284891" y="291414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31" name="30 Diagrama"/>
          <p:cNvGraphicFramePr/>
          <p:nvPr/>
        </p:nvGraphicFramePr>
        <p:xfrm>
          <a:off x="284891" y="4203806"/>
          <a:ext cx="8496944" cy="2248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</p:spTree>
    <p:extLst>
      <p:ext uri="{BB962C8B-B14F-4D97-AF65-F5344CB8AC3E}">
        <p14:creationId xmlns:p14="http://schemas.microsoft.com/office/powerpoint/2010/main" val="415045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459EE9-5954-43DF-9969-B9DCB35F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8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26DD2AC-4F8E-4046-8FD9-B2B7135CF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8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285931" y="4580734"/>
            <a:ext cx="1541150" cy="84793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El Accidente de Trabajo</a:t>
            </a:r>
          </a:p>
          <a:p>
            <a:pPr algn="ctr"/>
            <a:r>
              <a:rPr lang="es-ES_tradnl" b="1" dirty="0"/>
              <a:t>- Requisitos -</a:t>
            </a:r>
            <a:endParaRPr lang="es-ES" b="1" dirty="0"/>
          </a:p>
        </p:txBody>
      </p:sp>
      <p:sp>
        <p:nvSpPr>
          <p:cNvPr id="9" name="8 Flecha derecha"/>
          <p:cNvSpPr/>
          <p:nvPr/>
        </p:nvSpPr>
        <p:spPr>
          <a:xfrm>
            <a:off x="1976431" y="5245961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1308198" y="1258128"/>
            <a:ext cx="2118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ENFERMEDADES</a:t>
            </a:r>
            <a:endParaRPr lang="es-ES" b="1" dirty="0">
              <a:solidFill>
                <a:schemeClr val="accent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2284624" y="2752552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Enfermedad profesional</a:t>
            </a:r>
            <a:endParaRPr lang="es-ES" dirty="0"/>
          </a:p>
        </p:txBody>
      </p:sp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Daños a la salud del trabajador</a:t>
            </a:r>
          </a:p>
        </p:txBody>
      </p:sp>
      <p:sp>
        <p:nvSpPr>
          <p:cNvPr id="45" name="44 Flecha derecha"/>
          <p:cNvSpPr/>
          <p:nvPr/>
        </p:nvSpPr>
        <p:spPr>
          <a:xfrm>
            <a:off x="1976618" y="4908804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6" name="45 CuadroTexto"/>
          <p:cNvSpPr txBox="1"/>
          <p:nvPr/>
        </p:nvSpPr>
        <p:spPr>
          <a:xfrm>
            <a:off x="5458212" y="1258128"/>
            <a:ext cx="118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LESIONES</a:t>
            </a:r>
            <a:endParaRPr lang="es-ES" b="1" dirty="0">
              <a:solidFill>
                <a:schemeClr val="accent1"/>
              </a:solidFill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2294673" y="2374284"/>
            <a:ext cx="245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Accidente de trabajo</a:t>
            </a:r>
            <a:endParaRPr lang="es-ES" dirty="0"/>
          </a:p>
        </p:txBody>
      </p:sp>
      <p:sp>
        <p:nvSpPr>
          <p:cNvPr id="48" name="47 CuadroTexto"/>
          <p:cNvSpPr txBox="1"/>
          <p:nvPr/>
        </p:nvSpPr>
        <p:spPr>
          <a:xfrm>
            <a:off x="6918346" y="2413201"/>
            <a:ext cx="3081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Insatisfacción laboral</a:t>
            </a:r>
            <a:endParaRPr lang="es-ES" dirty="0"/>
          </a:p>
        </p:txBody>
      </p:sp>
      <p:sp>
        <p:nvSpPr>
          <p:cNvPr id="51" name="50 Flecha derecha"/>
          <p:cNvSpPr/>
          <p:nvPr/>
        </p:nvSpPr>
        <p:spPr>
          <a:xfrm>
            <a:off x="6412800" y="2463053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2" name="51 Flecha derecha"/>
          <p:cNvSpPr/>
          <p:nvPr/>
        </p:nvSpPr>
        <p:spPr>
          <a:xfrm>
            <a:off x="1976431" y="4616842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3" name="52 Flecha derecha"/>
          <p:cNvSpPr/>
          <p:nvPr/>
        </p:nvSpPr>
        <p:spPr>
          <a:xfrm>
            <a:off x="6412800" y="2841333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4" name="53 CuadroTexto"/>
          <p:cNvSpPr txBox="1"/>
          <p:nvPr/>
        </p:nvSpPr>
        <p:spPr>
          <a:xfrm>
            <a:off x="3426224" y="1258128"/>
            <a:ext cx="165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accent1"/>
                </a:solidFill>
              </a:rPr>
              <a:t>PATOLOGÍAS</a:t>
            </a:r>
            <a:endParaRPr lang="es-ES" b="1" dirty="0">
              <a:solidFill>
                <a:schemeClr val="accent1"/>
              </a:solidFill>
            </a:endParaRPr>
          </a:p>
        </p:txBody>
      </p:sp>
      <p:sp>
        <p:nvSpPr>
          <p:cNvPr id="60" name="59 CuadroTexto"/>
          <p:cNvSpPr txBox="1"/>
          <p:nvPr/>
        </p:nvSpPr>
        <p:spPr>
          <a:xfrm>
            <a:off x="6942515" y="2770389"/>
            <a:ext cx="1085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Fatiga</a:t>
            </a:r>
            <a:endParaRPr lang="es-ES" dirty="0"/>
          </a:p>
        </p:txBody>
      </p:sp>
      <p:sp>
        <p:nvSpPr>
          <p:cNvPr id="62" name="61 CuadroTexto"/>
          <p:cNvSpPr txBox="1"/>
          <p:nvPr/>
        </p:nvSpPr>
        <p:spPr>
          <a:xfrm>
            <a:off x="244521" y="2338477"/>
            <a:ext cx="1389619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Patologías específicas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4933942" y="2327876"/>
            <a:ext cx="1618956" cy="8012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Patologías inespecíficas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35 Flecha derecha"/>
          <p:cNvSpPr/>
          <p:nvPr/>
        </p:nvSpPr>
        <p:spPr>
          <a:xfrm>
            <a:off x="1737144" y="2501970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7" name="36 Flecha derecha"/>
          <p:cNvSpPr/>
          <p:nvPr/>
        </p:nvSpPr>
        <p:spPr>
          <a:xfrm>
            <a:off x="1737144" y="2830041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8" name="37 Rectángulo"/>
          <p:cNvSpPr/>
          <p:nvPr/>
        </p:nvSpPr>
        <p:spPr>
          <a:xfrm>
            <a:off x="4752215" y="3147783"/>
            <a:ext cx="4206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Consecuencia del trabajo y otras causas</a:t>
            </a:r>
          </a:p>
        </p:txBody>
      </p:sp>
      <p:sp>
        <p:nvSpPr>
          <p:cNvPr id="4" name="3 Rectángulo"/>
          <p:cNvSpPr/>
          <p:nvPr/>
        </p:nvSpPr>
        <p:spPr>
          <a:xfrm>
            <a:off x="2615730" y="4528073"/>
            <a:ext cx="37720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</a:rPr>
              <a:t>Existan lesiones</a:t>
            </a:r>
          </a:p>
        </p:txBody>
      </p:sp>
      <p:sp>
        <p:nvSpPr>
          <p:cNvPr id="39" name="38 Rectángulo"/>
          <p:cNvSpPr/>
          <p:nvPr/>
        </p:nvSpPr>
        <p:spPr>
          <a:xfrm>
            <a:off x="2596891" y="4820035"/>
            <a:ext cx="44233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</a:rPr>
              <a:t>Cuenta Ajena o cuenta propia si cotiza</a:t>
            </a:r>
          </a:p>
        </p:txBody>
      </p:sp>
      <p:sp>
        <p:nvSpPr>
          <p:cNvPr id="40" name="39 Rectángulo"/>
          <p:cNvSpPr/>
          <p:nvPr/>
        </p:nvSpPr>
        <p:spPr>
          <a:xfrm>
            <a:off x="2596891" y="5157192"/>
            <a:ext cx="61679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</a:rPr>
              <a:t>Relación causa-efecto entre trabajo y accidente</a:t>
            </a:r>
          </a:p>
        </p:txBody>
      </p:sp>
      <p:sp>
        <p:nvSpPr>
          <p:cNvPr id="41" name="40 Rectángulo"/>
          <p:cNvSpPr/>
          <p:nvPr/>
        </p:nvSpPr>
        <p:spPr>
          <a:xfrm>
            <a:off x="244520" y="3147783"/>
            <a:ext cx="42062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Consecuencia directa del trabajo</a:t>
            </a:r>
          </a:p>
        </p:txBody>
      </p:sp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    </a:t>
            </a:r>
            <a:r>
              <a:rPr lang="es-ES_tradnl" sz="4700" b="1" dirty="0"/>
              <a:t>Daños a la salud del trabajador</a:t>
            </a:r>
          </a:p>
        </p:txBody>
      </p:sp>
      <p:sp>
        <p:nvSpPr>
          <p:cNvPr id="34" name="33 Rectángulo"/>
          <p:cNvSpPr/>
          <p:nvPr/>
        </p:nvSpPr>
        <p:spPr>
          <a:xfrm>
            <a:off x="611560" y="908720"/>
            <a:ext cx="82089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u="sng" dirty="0">
                <a:solidFill>
                  <a:prstClr val="black"/>
                </a:solidFill>
              </a:rPr>
              <a:t>El accidente de trabajo desde la prevención</a:t>
            </a:r>
          </a:p>
          <a:p>
            <a:pPr lvl="0" algn="ctr"/>
            <a:endParaRPr lang="es-ES_tradnl" u="sng" dirty="0">
              <a:solidFill>
                <a:prstClr val="black"/>
              </a:solidFill>
            </a:endParaRP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Aquel acontecimiento o suceso anormal, no previsto, no deseado, que interrumpe la actividad normal de la empresa, y que puede ocasionar lesiones a las personas</a:t>
            </a:r>
          </a:p>
          <a:p>
            <a:pPr lvl="0" algn="ctr"/>
            <a:endParaRPr lang="es-ES_tradnl" dirty="0">
              <a:solidFill>
                <a:prstClr val="black"/>
              </a:solidFill>
            </a:endParaRP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4 tipos de accidentes</a:t>
            </a:r>
          </a:p>
        </p:txBody>
      </p:sp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808480" y="2663046"/>
          <a:ext cx="7156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Lesiones en las personas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Sin lesiones</a:t>
                      </a:r>
                      <a:r>
                        <a:rPr lang="es-ES_tradnl" baseline="0" dirty="0">
                          <a:solidFill>
                            <a:schemeClr val="bg1"/>
                          </a:solidFill>
                        </a:rPr>
                        <a:t> en las personas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Con daños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materiales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Accidente</a:t>
                      </a:r>
                      <a:r>
                        <a:rPr lang="es-ES_tradnl" baseline="0" dirty="0"/>
                        <a:t> típico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Accidente blanco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Sin</a:t>
                      </a:r>
                      <a:r>
                        <a:rPr lang="es-ES_tradnl" b="1" baseline="0" dirty="0">
                          <a:solidFill>
                            <a:schemeClr val="bg1"/>
                          </a:solidFill>
                        </a:rPr>
                        <a:t> daños materiales</a:t>
                      </a:r>
                      <a:endParaRPr lang="es-E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Accidente caso</a:t>
                      </a:r>
                      <a:endParaRPr lang="es-E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dirty="0"/>
                        <a:t>Incidente</a:t>
                      </a:r>
                      <a:r>
                        <a:rPr lang="es-ES_tradnl" baseline="0" dirty="0"/>
                        <a:t> </a:t>
                      </a:r>
                    </a:p>
                    <a:p>
                      <a:pPr algn="ctr"/>
                      <a:r>
                        <a:rPr lang="es-ES_tradnl" baseline="0" dirty="0"/>
                        <a:t>(situación de riesgo)</a:t>
                      </a:r>
                      <a:endParaRPr lang="es-E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183608" y="4869160"/>
            <a:ext cx="87820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Ø"/>
            </a:pPr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Punto de vista legal  causa baja  los dos primeros los considera accidente de trabajo</a:t>
            </a:r>
          </a:p>
          <a:p>
            <a:pPr lvl="0"/>
            <a:endParaRPr lang="es-ES_tradnl" sz="16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marL="285750" lvl="0" indent="-285750">
              <a:buFont typeface="Wingdings"/>
              <a:buChar char="Ø"/>
            </a:pPr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Punto de vista preventivo  todos  ya que alertan de fallos en el equipo de prevención</a:t>
            </a:r>
            <a:endParaRPr lang="es-ES_tradn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29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    Daños a la salud del trabajador</a:t>
            </a:r>
          </a:p>
        </p:txBody>
      </p:sp>
      <p:sp>
        <p:nvSpPr>
          <p:cNvPr id="32" name="31 Rectángulo redondeado"/>
          <p:cNvSpPr/>
          <p:nvPr/>
        </p:nvSpPr>
        <p:spPr>
          <a:xfrm>
            <a:off x="315258" y="3861048"/>
            <a:ext cx="5202520" cy="346614"/>
          </a:xfrm>
          <a:prstGeom prst="roundRect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registro de enfermedades profesionales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315257" y="4365104"/>
            <a:ext cx="85052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à"/>
            </a:pPr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Hasta 2006  el encargado de cumplimentar parte de enfermedades profesionales era el empresario  ahora es la MUTUA la que notifica y registra</a:t>
            </a:r>
          </a:p>
          <a:p>
            <a:pPr marL="285750" lvl="0" indent="-285750">
              <a:buFont typeface="Wingdings"/>
              <a:buChar char="à"/>
            </a:pPr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El mayor número de enfermedades profesionales son trastornos músculo-esqueléticos y dermatosis</a:t>
            </a:r>
            <a:endParaRPr lang="es-ES_tradnl" dirty="0">
              <a:solidFill>
                <a:prstClr val="black"/>
              </a:solidFill>
            </a:endParaRPr>
          </a:p>
        </p:txBody>
      </p:sp>
      <p:graphicFrame>
        <p:nvGraphicFramePr>
          <p:cNvPr id="4" name="3 Diagrama"/>
          <p:cNvGraphicFramePr/>
          <p:nvPr>
            <p:extLst>
              <p:ext uri="{D42A27DB-BD31-4B8C-83A1-F6EECF244321}">
                <p14:modId xmlns:p14="http://schemas.microsoft.com/office/powerpoint/2010/main" val="479254716"/>
              </p:ext>
            </p:extLst>
          </p:nvPr>
        </p:nvGraphicFramePr>
        <p:xfrm>
          <a:off x="659904" y="1196752"/>
          <a:ext cx="6847855" cy="22078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303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Daños a la salud del trabajador</a:t>
            </a:r>
          </a:p>
        </p:txBody>
      </p:sp>
      <p:sp>
        <p:nvSpPr>
          <p:cNvPr id="32" name="31 Rectángulo redondeado"/>
          <p:cNvSpPr/>
          <p:nvPr/>
        </p:nvSpPr>
        <p:spPr>
          <a:xfrm>
            <a:off x="946928" y="689888"/>
            <a:ext cx="3417498" cy="346614"/>
          </a:xfrm>
          <a:prstGeom prst="roundRect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enfermedad profesional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32 Rectángulo"/>
          <p:cNvSpPr/>
          <p:nvPr/>
        </p:nvSpPr>
        <p:spPr>
          <a:xfrm>
            <a:off x="315257" y="1117713"/>
            <a:ext cx="850521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à"/>
            </a:pPr>
            <a:r>
              <a:rPr lang="es-ES_tradnl" sz="1600" dirty="0">
                <a:solidFill>
                  <a:prstClr val="black"/>
                </a:solidFill>
                <a:sym typeface="Wingdings" panose="05000000000000000000" pitchFamily="2" charset="2"/>
              </a:rPr>
              <a:t>Listado de enfermedades por sectores para interpretar si es o no por el trabajo (incluye un listado de posibles enfermedades a incluir en un futuro)</a:t>
            </a:r>
          </a:p>
          <a:p>
            <a:pPr marL="285750" lvl="0" indent="-285750">
              <a:buFont typeface="Wingdings"/>
              <a:buChar char="à"/>
            </a:pPr>
            <a:r>
              <a:rPr lang="es-ES_tradnl" sz="1600" dirty="0">
                <a:solidFill>
                  <a:prstClr val="black"/>
                </a:solidFill>
                <a:sym typeface="Wingdings" panose="05000000000000000000" pitchFamily="2" charset="2"/>
              </a:rPr>
              <a:t>Si es causada por el trabajo, pero no está incluida en listado se debe demostrar ante Juzgado y se considerar accidente de trabajo</a:t>
            </a:r>
            <a:endParaRPr lang="es-ES_tradnl" sz="1600" dirty="0">
              <a:solidFill>
                <a:prstClr val="black"/>
              </a:solidFill>
            </a:endParaRPr>
          </a:p>
        </p:txBody>
      </p:sp>
      <p:graphicFrame>
        <p:nvGraphicFramePr>
          <p:cNvPr id="18" name="17 Diagrama"/>
          <p:cNvGraphicFramePr/>
          <p:nvPr>
            <p:extLst>
              <p:ext uri="{D42A27DB-BD31-4B8C-83A1-F6EECF244321}">
                <p14:modId xmlns:p14="http://schemas.microsoft.com/office/powerpoint/2010/main" val="1574769824"/>
              </p:ext>
            </p:extLst>
          </p:nvPr>
        </p:nvGraphicFramePr>
        <p:xfrm>
          <a:off x="1421469" y="2420888"/>
          <a:ext cx="7399001" cy="3999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18 Rectángulo">
            <a:hlinkClick r:id="rId7"/>
          </p:cNvPr>
          <p:cNvSpPr/>
          <p:nvPr/>
        </p:nvSpPr>
        <p:spPr>
          <a:xfrm>
            <a:off x="2912503" y="5637803"/>
            <a:ext cx="2391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198B5B6-0BBD-451A-BA27-F413E6A8E6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704" y="3513909"/>
            <a:ext cx="5143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6380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1 Título"/>
          <p:cNvSpPr txBox="1">
            <a:spLocks/>
          </p:cNvSpPr>
          <p:nvPr/>
        </p:nvSpPr>
        <p:spPr>
          <a:xfrm>
            <a:off x="148256" y="42626"/>
            <a:ext cx="899574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  </a:t>
            </a:r>
          </a:p>
          <a:p>
            <a:r>
              <a:rPr lang="es-ES_tradnl" b="1" dirty="0"/>
              <a:t> </a:t>
            </a:r>
            <a:r>
              <a:rPr lang="es-ES_tradnl" sz="5000" b="1" dirty="0"/>
              <a:t>Medidas de prevención y protección de riesgos laborales</a:t>
            </a:r>
          </a:p>
        </p:txBody>
      </p:sp>
      <p:sp>
        <p:nvSpPr>
          <p:cNvPr id="9" name="8 Rectángulo redondeado"/>
          <p:cNvSpPr/>
          <p:nvPr/>
        </p:nvSpPr>
        <p:spPr>
          <a:xfrm>
            <a:off x="558038" y="1057108"/>
            <a:ext cx="2985492" cy="423967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Medidas de prevención</a:t>
            </a:r>
            <a:endParaRPr lang="es-ES" b="1" dirty="0"/>
          </a:p>
        </p:txBody>
      </p:sp>
      <p:sp>
        <p:nvSpPr>
          <p:cNvPr id="10" name="9 Flecha derecha"/>
          <p:cNvSpPr/>
          <p:nvPr/>
        </p:nvSpPr>
        <p:spPr>
          <a:xfrm rot="5400000">
            <a:off x="1328872" y="1670014"/>
            <a:ext cx="418237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10 Rectángulo"/>
          <p:cNvSpPr/>
          <p:nvPr/>
        </p:nvSpPr>
        <p:spPr>
          <a:xfrm>
            <a:off x="160755" y="1956858"/>
            <a:ext cx="42818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Ø"/>
            </a:pPr>
            <a:r>
              <a:rPr lang="es-ES_tradnl" dirty="0">
                <a:solidFill>
                  <a:prstClr val="black"/>
                </a:solidFill>
              </a:rPr>
              <a:t>Intentan eliminar o reducir las causas</a:t>
            </a:r>
          </a:p>
          <a:p>
            <a:pPr lvl="1"/>
            <a:endParaRPr lang="es-ES_tradnl" dirty="0">
              <a:solidFill>
                <a:prstClr val="black"/>
              </a:solidFill>
            </a:endParaRPr>
          </a:p>
        </p:txBody>
      </p:sp>
      <p:sp>
        <p:nvSpPr>
          <p:cNvPr id="12" name="11 Rectángulo redondeado"/>
          <p:cNvSpPr/>
          <p:nvPr/>
        </p:nvSpPr>
        <p:spPr>
          <a:xfrm>
            <a:off x="4440321" y="1027080"/>
            <a:ext cx="2801190" cy="4144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b="1" dirty="0"/>
              <a:t>Medidas de protección</a:t>
            </a:r>
            <a:endParaRPr lang="es-ES" b="1" dirty="0"/>
          </a:p>
        </p:txBody>
      </p:sp>
      <p:sp>
        <p:nvSpPr>
          <p:cNvPr id="13" name="12 Flecha derecha"/>
          <p:cNvSpPr/>
          <p:nvPr/>
        </p:nvSpPr>
        <p:spPr>
          <a:xfrm rot="5400000">
            <a:off x="5910425" y="1670015"/>
            <a:ext cx="418237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13 Rectángulo"/>
          <p:cNvSpPr/>
          <p:nvPr/>
        </p:nvSpPr>
        <p:spPr>
          <a:xfrm>
            <a:off x="4442598" y="1975030"/>
            <a:ext cx="46805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Ø"/>
            </a:pPr>
            <a:r>
              <a:rPr lang="es-ES_tradnl" dirty="0">
                <a:solidFill>
                  <a:prstClr val="black"/>
                </a:solidFill>
              </a:rPr>
              <a:t>Reducir o eliminar sus consecuencias (daños) sobre el trabajador</a:t>
            </a:r>
          </a:p>
        </p:txBody>
      </p:sp>
      <p:sp>
        <p:nvSpPr>
          <p:cNvPr id="15" name="14 CuadroTexto"/>
          <p:cNvSpPr txBox="1"/>
          <p:nvPr/>
        </p:nvSpPr>
        <p:spPr>
          <a:xfrm>
            <a:off x="606691" y="2930487"/>
            <a:ext cx="2068871" cy="5760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Prevención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CuadroTexto"/>
          <p:cNvSpPr txBox="1"/>
          <p:nvPr/>
        </p:nvSpPr>
        <p:spPr>
          <a:xfrm>
            <a:off x="3590603" y="2924945"/>
            <a:ext cx="2076400" cy="5816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Protección colectiva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19 CuadroTexto"/>
          <p:cNvSpPr txBox="1"/>
          <p:nvPr/>
        </p:nvSpPr>
        <p:spPr>
          <a:xfrm>
            <a:off x="6215441" y="2924944"/>
            <a:ext cx="2348208" cy="5816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Protección individual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20 Flecha derecha"/>
          <p:cNvSpPr/>
          <p:nvPr/>
        </p:nvSpPr>
        <p:spPr>
          <a:xfrm rot="5400000">
            <a:off x="1525801" y="3684675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24 Flecha derecha"/>
          <p:cNvSpPr/>
          <p:nvPr/>
        </p:nvSpPr>
        <p:spPr>
          <a:xfrm rot="5400000">
            <a:off x="7226467" y="3684675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25 Flecha derecha"/>
          <p:cNvSpPr/>
          <p:nvPr/>
        </p:nvSpPr>
        <p:spPr>
          <a:xfrm rot="5400000">
            <a:off x="4445061" y="3684675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7" name="26 Rectángulo"/>
          <p:cNvSpPr/>
          <p:nvPr/>
        </p:nvSpPr>
        <p:spPr>
          <a:xfrm>
            <a:off x="34746" y="3978722"/>
            <a:ext cx="33842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Foco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Sustitución de máquinas y productos químicos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Reparación y conservación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Diseño inicial de equipos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6326647" y="4041399"/>
            <a:ext cx="22017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Trabajador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Mascarillas, guantes, botas, tapones, orejeras, etc.</a:t>
            </a:r>
          </a:p>
        </p:txBody>
      </p:sp>
      <p:sp>
        <p:nvSpPr>
          <p:cNvPr id="29" name="28 Rectángulo"/>
          <p:cNvSpPr/>
          <p:nvPr/>
        </p:nvSpPr>
        <p:spPr>
          <a:xfrm>
            <a:off x="3251285" y="4025991"/>
            <a:ext cx="27896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S_tradnl" b="1" dirty="0">
                <a:solidFill>
                  <a:prstClr val="black"/>
                </a:solidFill>
              </a:rPr>
              <a:t>Medio de transmisión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Barandillas y redes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Resguardos de máquinas</a:t>
            </a:r>
          </a:p>
          <a:p>
            <a:pPr lvl="0" algn="ctr"/>
            <a:r>
              <a:rPr lang="es-ES_tradnl" dirty="0">
                <a:solidFill>
                  <a:prstClr val="black"/>
                </a:solidFill>
              </a:rPr>
              <a:t>Pantallas frente al ruido</a:t>
            </a:r>
          </a:p>
        </p:txBody>
      </p:sp>
    </p:spTree>
    <p:extLst>
      <p:ext uri="{BB962C8B-B14F-4D97-AF65-F5344CB8AC3E}">
        <p14:creationId xmlns:p14="http://schemas.microsoft.com/office/powerpoint/2010/main" val="1715089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D077B9-354C-43AB-AA21-F60C8AD1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14</a:t>
            </a:fld>
            <a:endParaRPr lang="es-ES" dirty="0"/>
          </a:p>
        </p:txBody>
      </p:sp>
      <p:graphicFrame>
        <p:nvGraphicFramePr>
          <p:cNvPr id="7" name="1 Diagrama">
            <a:extLst>
              <a:ext uri="{FF2B5EF4-FFF2-40B4-BE49-F238E27FC236}">
                <a16:creationId xmlns:a16="http://schemas.microsoft.com/office/drawing/2014/main" id="{DD8E0C96-834A-4DCC-8E3D-04A571E6B1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783" y="764704"/>
          <a:ext cx="7460619" cy="4821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4936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3200" b="1" dirty="0"/>
              <a:t>           Los lugares de trabajo</a:t>
            </a:r>
          </a:p>
        </p:txBody>
      </p:sp>
      <p:sp>
        <p:nvSpPr>
          <p:cNvPr id="32" name="31 CuadroTexto"/>
          <p:cNvSpPr txBox="1"/>
          <p:nvPr/>
        </p:nvSpPr>
        <p:spPr>
          <a:xfrm>
            <a:off x="3131840" y="4479836"/>
            <a:ext cx="502983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3 Diagrama"/>
          <p:cNvGraphicFramePr/>
          <p:nvPr/>
        </p:nvGraphicFramePr>
        <p:xfrm>
          <a:off x="123640" y="836712"/>
          <a:ext cx="8840848" cy="3456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6 Rectángulo redondeado"/>
          <p:cNvSpPr/>
          <p:nvPr/>
        </p:nvSpPr>
        <p:spPr>
          <a:xfrm>
            <a:off x="162802" y="5157192"/>
            <a:ext cx="3545101" cy="10772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Resbalones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Caídas de personas y de objetos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 con objetos</a:t>
            </a:r>
            <a:endParaRPr lang="es-ES" sz="1600" dirty="0">
              <a:solidFill>
                <a:schemeClr val="tx1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3707904" y="4863016"/>
            <a:ext cx="52565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condiciones mínimas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Señalización de seguridad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Orden y limpieza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Protección con redes de seguridad y arneses anticaidas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433264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Maquinaria y herramientas</a:t>
            </a:r>
          </a:p>
        </p:txBody>
      </p:sp>
      <p:sp>
        <p:nvSpPr>
          <p:cNvPr id="19" name="18 CuadroTexto"/>
          <p:cNvSpPr txBox="1"/>
          <p:nvPr/>
        </p:nvSpPr>
        <p:spPr>
          <a:xfrm>
            <a:off x="3923928" y="868070"/>
            <a:ext cx="4610459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155173" y="1110201"/>
            <a:ext cx="3525368" cy="27337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Cortes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Atrapamientos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Amputaciones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Proyección de partículas y gases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Contacto eléctrico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Incendio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Sordera</a:t>
            </a:r>
          </a:p>
        </p:txBody>
      </p:sp>
      <p:sp>
        <p:nvSpPr>
          <p:cNvPr id="21" name="20 CuadroTexto"/>
          <p:cNvSpPr txBox="1"/>
          <p:nvPr/>
        </p:nvSpPr>
        <p:spPr>
          <a:xfrm>
            <a:off x="3719001" y="1414623"/>
            <a:ext cx="54249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En el diseño de la máquina para que no suponga un riesgo en si misma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Marcado CE </a:t>
            </a:r>
            <a:r>
              <a:rPr lang="es-ES_tradnl" sz="1600" dirty="0">
                <a:sym typeface="Wingdings" panose="05000000000000000000" pitchFamily="2" charset="2"/>
              </a:rPr>
              <a:t> cumple normativa de seguridad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Medidas de protección colectiva: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Usar resguardos 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Usar pantallas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Dispositivos de seguridad: células fotoeléctricas que detienen la máquina, o doble mando.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EPIs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Evitar uso de prendas holgadas, cadenas…</a:t>
            </a:r>
            <a:endParaRPr lang="es-ES" sz="16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3719001" y="4109539"/>
            <a:ext cx="454510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22 Rectángulo redondeado"/>
          <p:cNvSpPr/>
          <p:nvPr/>
        </p:nvSpPr>
        <p:spPr>
          <a:xfrm>
            <a:off x="183721" y="4478871"/>
            <a:ext cx="2933436" cy="13957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Golpes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Caídas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Proyección de partículas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Contacto eléctrico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3341026" y="4561859"/>
            <a:ext cx="57524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Usar las herramientas solo para el fin al que están destinadas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del uso de herramientas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Mantenimiento y revisión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Transporte adecuado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Orden y limpieza</a:t>
            </a:r>
            <a:endParaRPr lang="es-ES" sz="1600" dirty="0"/>
          </a:p>
        </p:txBody>
      </p:sp>
      <p:sp>
        <p:nvSpPr>
          <p:cNvPr id="3" name="2 CuadroTexto"/>
          <p:cNvSpPr txBox="1"/>
          <p:nvPr/>
        </p:nvSpPr>
        <p:spPr>
          <a:xfrm>
            <a:off x="1161773" y="74086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Maquinaria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467544" y="3991077"/>
            <a:ext cx="2206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Herramientas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83458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/>
      <p:bldP spid="22" grpId="0" animBg="1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 txBox="1">
            <a:spLocks/>
          </p:cNvSpPr>
          <p:nvPr/>
        </p:nvSpPr>
        <p:spPr>
          <a:xfrm>
            <a:off x="126396" y="29498"/>
            <a:ext cx="9017604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Riesgo eléctrico </a:t>
            </a:r>
          </a:p>
        </p:txBody>
      </p:sp>
      <p:graphicFrame>
        <p:nvGraphicFramePr>
          <p:cNvPr id="21" name="20 Diagrama"/>
          <p:cNvGraphicFramePr/>
          <p:nvPr>
            <p:extLst>
              <p:ext uri="{D42A27DB-BD31-4B8C-83A1-F6EECF244321}">
                <p14:modId xmlns:p14="http://schemas.microsoft.com/office/powerpoint/2010/main" val="1319043979"/>
              </p:ext>
            </p:extLst>
          </p:nvPr>
        </p:nvGraphicFramePr>
        <p:xfrm>
          <a:off x="123640" y="836712"/>
          <a:ext cx="8840848" cy="31683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2 Tabla"/>
          <p:cNvGraphicFramePr>
            <a:graphicFrameLocks noGrp="1"/>
          </p:cNvGraphicFramePr>
          <p:nvPr/>
        </p:nvGraphicFramePr>
        <p:xfrm>
          <a:off x="126396" y="4221088"/>
          <a:ext cx="8910100" cy="18999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41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9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b="1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Daños según nivel</a:t>
                      </a:r>
                      <a:r>
                        <a:rPr lang="es-ES_tradnl" sz="1600" b="1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 de intensidad</a:t>
                      </a:r>
                      <a:endParaRPr lang="es-ES" sz="1600" b="1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1-3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cosquilleos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25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parada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cardio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-respiratoria si atraviesa cerebro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o </a:t>
                      </a:r>
                      <a:r>
                        <a:rPr lang="es-ES_tradnl" sz="1600" b="0" baseline="0" dirty="0" err="1">
                          <a:ln>
                            <a:noFill/>
                          </a:ln>
                        </a:rPr>
                        <a:t>torax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5-10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contracciones musculares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60-75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fibrilación ventricular si pasa por corazón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10 </a:t>
                      </a:r>
                      <a:r>
                        <a:rPr lang="es-ES_tradnl" sz="1600" b="0" dirty="0" err="1">
                          <a:ln>
                            <a:noFill/>
                          </a:ln>
                        </a:rPr>
                        <a:t>mA</a:t>
                      </a:r>
                      <a:r>
                        <a:rPr lang="es-ES_tradnl" sz="1600" b="0" dirty="0">
                          <a:ln>
                            <a:noFill/>
                          </a:ln>
                        </a:rPr>
                        <a:t>: tetanización (agarrotamiento)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_tradnl" sz="1600" b="0" dirty="0">
                          <a:ln>
                            <a:noFill/>
                          </a:ln>
                        </a:rPr>
                        <a:t>1</a:t>
                      </a:r>
                      <a:r>
                        <a:rPr lang="es-ES_tradnl" sz="1600" b="0" baseline="0" dirty="0">
                          <a:ln>
                            <a:noFill/>
                          </a:ln>
                        </a:rPr>
                        <a:t> A – 5 A paro cardíaco reversible y quemaduras graves externas e internas</a:t>
                      </a:r>
                      <a:endParaRPr lang="es-ES" sz="1600" b="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24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 Título"/>
          <p:cNvSpPr txBox="1">
            <a:spLocks/>
          </p:cNvSpPr>
          <p:nvPr/>
        </p:nvSpPr>
        <p:spPr>
          <a:xfrm>
            <a:off x="142254" y="42626"/>
            <a:ext cx="9001745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Riesgos eléctricos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1835696" y="832066"/>
            <a:ext cx="4824536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755576" y="1412776"/>
            <a:ext cx="79208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Protección frente a contactos directos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Alejar partes activas de la instalación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Imponer obstáculos, como tabiques o rejas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Recubrir con aislamientos</a:t>
            </a:r>
          </a:p>
          <a:p>
            <a:pPr lvl="1"/>
            <a:endParaRPr lang="es-ES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Protección frente a contactos indirectos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Tomas de tierra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Usar interruptores diferenciales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Otras medidas de protección pasiva: separar circuitos por transformadores</a:t>
            </a:r>
          </a:p>
          <a:p>
            <a:pPr lvl="1"/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Medidas sobre los trabajadores: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Informar sobre la señalización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Uso de </a:t>
            </a:r>
            <a:r>
              <a:rPr lang="es-ES_tradnl" sz="1600" dirty="0" err="1"/>
              <a:t>EPIs</a:t>
            </a:r>
            <a:endParaRPr lang="es-ES_tradnl" sz="1600" dirty="0"/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Uso de herramientas y elementos aislantes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Verificar la ausencia de tensión y señalizar que se están realizando trabajos eléctricos antes de comenzar a operar</a:t>
            </a:r>
          </a:p>
        </p:txBody>
      </p:sp>
    </p:spTree>
    <p:extLst>
      <p:ext uri="{BB962C8B-B14F-4D97-AF65-F5344CB8AC3E}">
        <p14:creationId xmlns:p14="http://schemas.microsoft.com/office/powerpoint/2010/main" val="2283611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1 Título"/>
          <p:cNvSpPr txBox="1">
            <a:spLocks/>
          </p:cNvSpPr>
          <p:nvPr/>
        </p:nvSpPr>
        <p:spPr>
          <a:xfrm>
            <a:off x="173588" y="1683"/>
            <a:ext cx="8970411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600" b="1" dirty="0"/>
              <a:t>El riesgo de incendio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389619" y="1285426"/>
            <a:ext cx="216536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Combustible</a:t>
            </a:r>
          </a:p>
          <a:p>
            <a:pPr algn="ctr"/>
            <a:r>
              <a:rPr lang="es-ES_tradnl" dirty="0"/>
              <a:t>Materia que arde</a:t>
            </a:r>
            <a:endParaRPr lang="es-ES" dirty="0"/>
          </a:p>
        </p:txBody>
      </p:sp>
      <p:sp>
        <p:nvSpPr>
          <p:cNvPr id="27" name="26 CuadroTexto"/>
          <p:cNvSpPr txBox="1"/>
          <p:nvPr/>
        </p:nvSpPr>
        <p:spPr>
          <a:xfrm>
            <a:off x="390406" y="2018179"/>
            <a:ext cx="2165369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Comburente</a:t>
            </a:r>
          </a:p>
          <a:p>
            <a:pPr algn="ctr"/>
            <a:r>
              <a:rPr lang="es-ES_tradnl" dirty="0"/>
              <a:t>Oxígeno en el aire</a:t>
            </a:r>
            <a:endParaRPr lang="es-E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2921731" y="1285426"/>
            <a:ext cx="2509361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Energía de activación </a:t>
            </a:r>
            <a:r>
              <a:rPr lang="es-ES_tradnl" dirty="0"/>
              <a:t>o foco de calor</a:t>
            </a:r>
            <a:endParaRPr lang="es-ES" dirty="0"/>
          </a:p>
        </p:txBody>
      </p:sp>
      <p:sp>
        <p:nvSpPr>
          <p:cNvPr id="31" name="30 CuadroTexto"/>
          <p:cNvSpPr txBox="1"/>
          <p:nvPr/>
        </p:nvSpPr>
        <p:spPr>
          <a:xfrm>
            <a:off x="2921732" y="2156679"/>
            <a:ext cx="2509360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Reacción en cadena</a:t>
            </a:r>
            <a:endParaRPr lang="es-ES" b="1" dirty="0"/>
          </a:p>
        </p:txBody>
      </p:sp>
      <p:cxnSp>
        <p:nvCxnSpPr>
          <p:cNvPr id="7" name="6 Conector recto"/>
          <p:cNvCxnSpPr>
            <a:cxnSpLocks/>
            <a:stCxn id="5" idx="3"/>
            <a:endCxn id="31" idx="1"/>
          </p:cNvCxnSpPr>
          <p:nvPr/>
        </p:nvCxnSpPr>
        <p:spPr>
          <a:xfrm>
            <a:off x="2554988" y="1608592"/>
            <a:ext cx="366744" cy="7327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>
            <a:cxnSpLocks/>
            <a:stCxn id="27" idx="3"/>
            <a:endCxn id="30" idx="1"/>
          </p:cNvCxnSpPr>
          <p:nvPr/>
        </p:nvCxnSpPr>
        <p:spPr>
          <a:xfrm flipV="1">
            <a:off x="2555775" y="1608592"/>
            <a:ext cx="365956" cy="7327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CuadroTexto"/>
          <p:cNvSpPr txBox="1"/>
          <p:nvPr/>
        </p:nvSpPr>
        <p:spPr>
          <a:xfrm>
            <a:off x="946928" y="836712"/>
            <a:ext cx="358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Tetraedro del fuego</a:t>
            </a:r>
            <a:endParaRPr lang="es-ES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5797837" y="815390"/>
          <a:ext cx="2952328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 de Combustible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b="1" dirty="0">
                          <a:solidFill>
                            <a:schemeClr val="bg1"/>
                          </a:solidFill>
                        </a:rPr>
                        <a:t>Clase A: Sólidos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B: Líquidos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C: Gaseosos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Clase D: Metales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41 CuadroTexto"/>
          <p:cNvSpPr txBox="1"/>
          <p:nvPr/>
        </p:nvSpPr>
        <p:spPr>
          <a:xfrm>
            <a:off x="4074861" y="2901286"/>
            <a:ext cx="4385571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4" name="43 Rectángulo redondeado"/>
          <p:cNvSpPr/>
          <p:nvPr/>
        </p:nvSpPr>
        <p:spPr>
          <a:xfrm>
            <a:off x="159816" y="2924944"/>
            <a:ext cx="3157306" cy="296831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Muerte por asfixia e intoxicación por humos y gases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internas por inhalación de humos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externas por las llamas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Atrapamientos y avalanchas ocasionadas por el pánico</a:t>
            </a:r>
          </a:p>
        </p:txBody>
      </p:sp>
      <p:sp>
        <p:nvSpPr>
          <p:cNvPr id="45" name="44 CuadroTexto"/>
          <p:cNvSpPr txBox="1"/>
          <p:nvPr/>
        </p:nvSpPr>
        <p:spPr>
          <a:xfrm>
            <a:off x="3317121" y="3270618"/>
            <a:ext cx="57524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Diseño de edificios contando con el uso de materiales difícilmente inflamables, protegiendo instalaciones eléctricas y con puertas cortafuegos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Adecuado almacenamiento de las sustancias y productos inflamables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Prevenir la electricidad estática en ambientes inflamables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Instalar sistemas de detección y alarma automáticos que detecten los humos o la temperatura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Instalar sistemas de extinción fijos, extintores portátiles y formación.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59074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4" grpId="0" animBg="1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D6C7C1-1E8F-444B-8226-DA7E02CB9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20</a:t>
            </a:fld>
            <a:endParaRPr lang="es-ES" dirty="0"/>
          </a:p>
        </p:txBody>
      </p:sp>
      <p:pic>
        <p:nvPicPr>
          <p:cNvPr id="1026" name="Picture 2" descr="4.3.Quemaduras">
            <a:extLst>
              <a:ext uri="{FF2B5EF4-FFF2-40B4-BE49-F238E27FC236}">
                <a16:creationId xmlns:a16="http://schemas.microsoft.com/office/drawing/2014/main" id="{A93440F6-7CAA-4B97-89FF-F8B8AA381BF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692696"/>
            <a:ext cx="6888319" cy="518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86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F98250-0519-49D1-BF00-49F7838E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21</a:t>
            </a:fld>
            <a:endParaRPr lang="es-ES" dirty="0"/>
          </a:p>
        </p:txBody>
      </p:sp>
      <p:pic>
        <p:nvPicPr>
          <p:cNvPr id="2050" name="Picture 2" descr="Quemaduras en el cuerpo">
            <a:extLst>
              <a:ext uri="{FF2B5EF4-FFF2-40B4-BE49-F238E27FC236}">
                <a16:creationId xmlns:a16="http://schemas.microsoft.com/office/drawing/2014/main" id="{D2DB5BA0-3149-4B3B-8C11-5529E2376B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476672"/>
            <a:ext cx="5616624" cy="53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25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5A618-C296-4EA5-9AE2-771C8A9FA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451512"/>
            <a:ext cx="7346777" cy="5589851"/>
          </a:xfrm>
        </p:spPr>
        <p:txBody>
          <a:bodyPr/>
          <a:lstStyle/>
          <a:p>
            <a:r>
              <a:rPr lang="es-ES" dirty="0"/>
              <a:t>Actividad: </a:t>
            </a:r>
          </a:p>
          <a:p>
            <a:r>
              <a:rPr lang="es-ES" dirty="0"/>
              <a:t>Uso del extintor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F98250-0519-49D1-BF00-49F7838E5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4600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 Título"/>
          <p:cNvSpPr txBox="1">
            <a:spLocks/>
          </p:cNvSpPr>
          <p:nvPr/>
        </p:nvSpPr>
        <p:spPr>
          <a:xfrm>
            <a:off x="148256" y="42626"/>
            <a:ext cx="8995744" cy="94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b="1" dirty="0"/>
              <a:t>Factores de riesgo de las condiciones medioambientales</a:t>
            </a:r>
          </a:p>
        </p:txBody>
      </p:sp>
      <p:graphicFrame>
        <p:nvGraphicFramePr>
          <p:cNvPr id="20" name="19 Diagrama"/>
          <p:cNvGraphicFramePr/>
          <p:nvPr>
            <p:extLst>
              <p:ext uri="{D42A27DB-BD31-4B8C-83A1-F6EECF244321}">
                <p14:modId xmlns:p14="http://schemas.microsoft.com/office/powerpoint/2010/main" val="3334712512"/>
              </p:ext>
            </p:extLst>
          </p:nvPr>
        </p:nvGraphicFramePr>
        <p:xfrm>
          <a:off x="395536" y="1340768"/>
          <a:ext cx="6824190" cy="4408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358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0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Agentes físicos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387450" y="1340768"/>
          <a:ext cx="295232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ruido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Continuo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discontinuo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Ruido de pico o impacto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51520" y="3027210"/>
            <a:ext cx="4536504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5050272" y="1316954"/>
            <a:ext cx="3857990" cy="25079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Sordera profesional irreversible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Fatiga auditiva 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Irritabilidad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cabeza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Estrés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Taquicardia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Insomnio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Problemas digestivos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95536" y="3448007"/>
            <a:ext cx="78099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Medias técnicas y organizativas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Sustitución maquinaria y otras instalaciones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Mantenimiento y revisión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Disminución del tiempo de exposición de los trabajadores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Insonorización de locales y talleres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Evaluación nivel ruido cada 3 años si &gt; 80dB y anual si &gt;85dB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Reconocimientos médicos cada 5 años o cada 3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Señalización </a:t>
            </a:r>
          </a:p>
          <a:p>
            <a:pPr marL="742950" lvl="1" indent="-285750">
              <a:buFont typeface="Arial" charset="0"/>
              <a:buChar char="•"/>
            </a:pP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Medidas sobre los trabajadores: información y formación, </a:t>
            </a:r>
            <a:r>
              <a:rPr lang="es-ES_tradnl" sz="1600" dirty="0" err="1"/>
              <a:t>EPIs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821447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RUIDO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40663" y="796062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Por normativa el límite máx. 87dB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89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Agentes físicos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395536" y="1700808"/>
          <a:ext cx="2952328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contacto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Transmisión mano-brazo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Transmisión al cuerpo entero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71389" y="3233189"/>
            <a:ext cx="4370346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572000" y="1303198"/>
            <a:ext cx="4607612" cy="248086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Transmisión mano-brazo: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Síndrome de dedo blanco o Raynaud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Artrosis de codo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Lesiones de muñeca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Transmisión cuerpo entero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espalda, lumbalgias, hernias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Mareos, vómitos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83710" y="3902456"/>
            <a:ext cx="84367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Diseño de maquinaria y herramientas con amortiguadores y elementos anti vibratorios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Utilización de asientos antivibratorios en vehículos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Adecuado mantenimiento y revisión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Realización de pausas y descansos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Rotaciones de personal con el objeto de reducir el tiempo de exposición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Información y formación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Uso de EPIs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395536" y="913160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VIBRACIONES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028838" y="88844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cuando el cuerpo se mueve alternativamente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54828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Agentes físicos</a:t>
            </a:r>
          </a:p>
        </p:txBody>
      </p:sp>
      <p:graphicFrame>
        <p:nvGraphicFramePr>
          <p:cNvPr id="9" name="8 Tabla"/>
          <p:cNvGraphicFramePr>
            <a:graphicFrameLocks noGrp="1"/>
          </p:cNvGraphicFramePr>
          <p:nvPr/>
        </p:nvGraphicFramePr>
        <p:xfrm>
          <a:off x="395536" y="1700808"/>
          <a:ext cx="2952328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Tipos de radiaciones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Radiaciones ionizantes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Radiaciones</a:t>
                      </a:r>
                      <a:r>
                        <a:rPr lang="es-ES_tradnl" sz="18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no ionizantes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287214" y="4042227"/>
            <a:ext cx="4320480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3539088" y="1677841"/>
            <a:ext cx="3930085" cy="21980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Rayos infrarrojos y ultravioletas: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Quemaduras y daños en la piel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Conjuntivitis, cataratas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Radiaciones ionizantes: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Cáncer profesional</a:t>
            </a:r>
          </a:p>
          <a:p>
            <a:pPr marL="742950" lvl="1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Efectos sobre la reproducción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395536" y="4495472"/>
            <a:ext cx="78099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Señalización obligatoria de la zona de riesgo y del uso obligatorio de EPIs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Vigilancia periódica de la salud  para evaluar el nivel de radiaciones recibido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Limitación del tiempo de exposición a las radiaciones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Obligación de usar EPIs adecuados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e información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417903" y="888446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RADIACIONES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2921738" y="861643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</a:t>
            </a:r>
            <a:r>
              <a:rPr lang="es-ES_tradnl" dirty="0"/>
              <a:t>Energías que se propagan en el espacio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9666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 Agentes físicos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09158" y="2578695"/>
            <a:ext cx="4536504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509158" y="1452190"/>
            <a:ext cx="7207296" cy="9320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600" b="1" dirty="0">
              <a:solidFill>
                <a:schemeClr val="tx1"/>
              </a:solidFill>
            </a:endParaRPr>
          </a:p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r>
              <a:rPr lang="es-ES_tradnl" sz="1600" dirty="0">
                <a:solidFill>
                  <a:schemeClr val="tx1"/>
                </a:solidFill>
              </a:rPr>
              <a:t>Por exceso de calor </a:t>
            </a:r>
            <a:r>
              <a:rPr lang="es-ES_tradnl" sz="1600" dirty="0">
                <a:solidFill>
                  <a:schemeClr val="tx1"/>
                </a:solidFill>
                <a:sym typeface="Wingdings" panose="05000000000000000000" pitchFamily="2" charset="2"/>
              </a:rPr>
              <a:t> Golpe de calor	Por exceso de frío  Hipotermias</a:t>
            </a:r>
            <a:endParaRPr lang="es-ES_tradnl" sz="1600" dirty="0">
              <a:solidFill>
                <a:schemeClr val="tx1"/>
              </a:solidFill>
            </a:endParaRPr>
          </a:p>
          <a:p>
            <a:pPr algn="ctr"/>
            <a:endParaRPr lang="es-ES_tradnl" sz="1600" b="1" dirty="0">
              <a:solidFill>
                <a:schemeClr val="tx1"/>
              </a:solidFill>
            </a:endParaRPr>
          </a:p>
        </p:txBody>
      </p:sp>
      <p:sp>
        <p:nvSpPr>
          <p:cNvPr id="17" name="16 CuadroTexto"/>
          <p:cNvSpPr txBox="1"/>
          <p:nvPr/>
        </p:nvSpPr>
        <p:spPr>
          <a:xfrm>
            <a:off x="323528" y="3159355"/>
            <a:ext cx="780991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Por exceso de calor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Ventilación natural y en su caso artificial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Cumplir la normativa sobre temperaturas mín. en trabajos sedentarios (oficinas: 17-27˚C)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Reducir tiempo de exposición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Llevar ropa adecuada y beber agua frecuentemente</a:t>
            </a:r>
          </a:p>
          <a:p>
            <a:pPr marL="742950" lvl="1" indent="-285750">
              <a:buFont typeface="Arial" charset="0"/>
              <a:buChar char="•"/>
            </a:pPr>
            <a:endParaRPr lang="es-ES_tradnl" sz="1600" dirty="0"/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Por exceso de frío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Aclimatar los locales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Aislar el local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Reducir el tiempo de exposición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Llevar ropa adecuada</a:t>
            </a:r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755576" y="896514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TEMPERATURA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286064" y="873076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 se produce estrés térmico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BE7616A-C2A9-4E19-A035-2E6D9949F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732" y="154317"/>
            <a:ext cx="1181419" cy="118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44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Agentes físicos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844695" y="2538402"/>
            <a:ext cx="4680520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854138" y="1412776"/>
            <a:ext cx="6982229" cy="93209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Muchos accidentes se producen por luz insuficiente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Fatiga visual y cansancio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51520" y="3017191"/>
            <a:ext cx="780991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Siempre que sea posible, utilizar luz natural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Disponer de una iluminación general y otra focalizada prestando atención a zonas peligrosas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los contrastes y deslumbramientos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la cantidad mín. de lux en lugares de trabajo:</a:t>
            </a:r>
          </a:p>
          <a:p>
            <a:endParaRPr lang="es-ES_tradnl" sz="1600" dirty="0"/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/>
              <a:t>Lugares con exigencias visuales bajas</a:t>
            </a:r>
            <a:r>
              <a:rPr lang="es-ES_tradnl" sz="1600" dirty="0">
                <a:sym typeface="Wingdings" panose="05000000000000000000" pitchFamily="2" charset="2"/>
              </a:rPr>
              <a:t> 100 lux (almacén)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medias  300 lux (oficina)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altas 500 lux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Lugares con exigencias visuales muy altas  1.000 lux (imprenta)</a:t>
            </a:r>
          </a:p>
          <a:p>
            <a:pPr lvl="1"/>
            <a:endParaRPr lang="es-ES" sz="1600" dirty="0"/>
          </a:p>
        </p:txBody>
      </p:sp>
      <p:sp>
        <p:nvSpPr>
          <p:cNvPr id="2" name="1 CuadroTexto"/>
          <p:cNvSpPr txBox="1"/>
          <p:nvPr/>
        </p:nvSpPr>
        <p:spPr>
          <a:xfrm>
            <a:off x="854138" y="863659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ILUMINACIÓN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282737" y="849911"/>
            <a:ext cx="5164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se mide en “lux”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7075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Agentes químicos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522163" y="3214319"/>
            <a:ext cx="4824536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067944" y="979058"/>
            <a:ext cx="4752528" cy="17621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r>
              <a:rPr lang="es-ES_tradnl" sz="1600" dirty="0">
                <a:solidFill>
                  <a:schemeClr val="tx1"/>
                </a:solidFill>
              </a:rPr>
              <a:t>Irritantes		       Corrosivos		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Asfixiantes		Anestésicos	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Sensibilizadores	Cancerígenos y mutágenos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Neumoconióticos	Sistémicos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51520" y="3733437"/>
            <a:ext cx="842493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La higiene industrial </a:t>
            </a:r>
            <a:r>
              <a:rPr lang="es-ES_tradnl" sz="1600" dirty="0">
                <a:sym typeface="Wingdings" panose="05000000000000000000" pitchFamily="2" charset="2"/>
              </a:rPr>
              <a:t> valores límites de exposición  “dosis hace veneno”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Actuar sobre el foco de riesgo sustituyendo el contaminante por otro producto o reducir su uso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Realizar mediciones periódicas y recogida de muestras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Ventilación general o localizada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Aislamiento o alejamiento del foco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Reducir el tiempo de exposición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Formación e información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</a:t>
            </a:r>
            <a:r>
              <a:rPr lang="es-ES_tradnl" sz="1600" dirty="0" err="1">
                <a:sym typeface="Wingdings" panose="05000000000000000000" pitchFamily="2" charset="2"/>
              </a:rPr>
              <a:t>EPIs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Etiquetado del producto </a:t>
            </a:r>
          </a:p>
          <a:p>
            <a:pPr lvl="1"/>
            <a:endParaRPr lang="es-ES" sz="1600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76168"/>
              </p:ext>
            </p:extLst>
          </p:nvPr>
        </p:nvGraphicFramePr>
        <p:xfrm>
          <a:off x="971600" y="1178363"/>
          <a:ext cx="2952328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/>
                      <a:r>
                        <a:rPr lang="es-ES_tradnl" dirty="0">
                          <a:solidFill>
                            <a:schemeClr val="bg1"/>
                          </a:solidFill>
                        </a:rPr>
                        <a:t>Varias formas</a:t>
                      </a:r>
                      <a:endParaRPr lang="es-E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Sólidos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Líquidos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Gases</a:t>
                      </a:r>
                      <a:endParaRPr lang="es-ES" sz="1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0971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 Agentes biológicos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395536" y="4128053"/>
            <a:ext cx="4693064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6948264" y="4168562"/>
            <a:ext cx="2027274" cy="22352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Hepatitis B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SIDA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Tuberculosis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Tétanos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Fiebre de malta o brucelosis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71389" y="4684817"/>
            <a:ext cx="84249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Medicina preventiva: vacunas y reconocimientos médicos periódicos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Adecuadas condiciones higiénicas en los lugares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Desinfección y esterilización de utensilios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Disponer de 10 minutos para el cambio de ropa y la higiene personal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No mezclar ropa de trabajo y personal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No comer ni beber en lugares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Uso de </a:t>
            </a:r>
            <a:r>
              <a:rPr lang="es-ES_tradnl" sz="1600" dirty="0" err="1">
                <a:sym typeface="Wingdings" panose="05000000000000000000" pitchFamily="2" charset="2"/>
              </a:rPr>
              <a:t>EPIs</a:t>
            </a:r>
            <a:endParaRPr lang="es-ES_tradnl" sz="1600" dirty="0">
              <a:sym typeface="Wingdings" panose="05000000000000000000" pitchFamily="2" charset="2"/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ym typeface="Wingdings" panose="05000000000000000000" pitchFamily="2" charset="2"/>
              </a:rPr>
              <a:t>Información y formación</a:t>
            </a:r>
            <a:endParaRPr lang="es-ES" sz="1600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868068"/>
              </p:ext>
            </p:extLst>
          </p:nvPr>
        </p:nvGraphicFramePr>
        <p:xfrm>
          <a:off x="955252" y="1532032"/>
          <a:ext cx="7145139" cy="223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45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Riesgo de infección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1: poco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probable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2: puede causar enfermedad y suponer peligro. Poco probable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3: puede provocar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enfermedad grave con probabilidad de propagación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Grupo 4: pueden provocar enfermedad grave. No hay tratamientos eficaces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160565" y="751171"/>
            <a:ext cx="89651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Microorganismos  contagiosos </a:t>
            </a:r>
            <a:r>
              <a:rPr lang="es-ES_tradnl" sz="1600" dirty="0">
                <a:sym typeface="Wingdings" panose="05000000000000000000" pitchFamily="2" charset="2"/>
              </a:rPr>
              <a:t> </a:t>
            </a:r>
            <a:r>
              <a:rPr lang="es-ES_tradnl" sz="1600" dirty="0"/>
              <a:t>Personal de laboratorios, sanitarios, agricultores, manipuladores de alimentos cárnicos, ganaderos y veterinarios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256022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 animBg="1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Factores derivados de la organización del trabajo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479709" y="3227874"/>
            <a:ext cx="567646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Rectángulo redondeado"/>
          <p:cNvSpPr/>
          <p:nvPr/>
        </p:nvSpPr>
        <p:spPr>
          <a:xfrm>
            <a:off x="4394963" y="4170667"/>
            <a:ext cx="3788487" cy="146852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algn="ctr"/>
            <a:endParaRPr lang="es-ES_tradnl" sz="800" b="1" dirty="0">
              <a:solidFill>
                <a:schemeClr val="tx1"/>
              </a:solidFill>
            </a:endParaRP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Insatisfacción laboral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 err="1">
                <a:solidFill>
                  <a:schemeClr val="tx1"/>
                </a:solidFill>
              </a:rPr>
              <a:t>Burnout</a:t>
            </a:r>
            <a:r>
              <a:rPr lang="es-ES_tradnl" sz="1600" dirty="0">
                <a:solidFill>
                  <a:schemeClr val="tx1"/>
                </a:solidFill>
              </a:rPr>
              <a:t> (estar quemado)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>
                <a:solidFill>
                  <a:schemeClr val="tx1"/>
                </a:solidFill>
              </a:rPr>
              <a:t>Estrés laboral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 err="1">
                <a:solidFill>
                  <a:schemeClr val="tx1"/>
                </a:solidFill>
              </a:rPr>
              <a:t>Mobbing</a:t>
            </a:r>
            <a:r>
              <a:rPr lang="es-ES_tradnl" sz="1600" dirty="0">
                <a:solidFill>
                  <a:schemeClr val="tx1"/>
                </a:solidFill>
              </a:rPr>
              <a:t> o acoso laboral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264257" y="3627660"/>
            <a:ext cx="411817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jornadas prolongadas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Programar pausas y descansos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Conocer turnos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Rotación puestos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Selección de personal acorde al puesto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ambigüedades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Sistema salariar justo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Estilo de liderazgo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Clima laboral positivo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Formación y capacitación</a:t>
            </a:r>
            <a:endParaRPr lang="es-ES" sz="1600" dirty="0"/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33823"/>
              </p:ext>
            </p:extLst>
          </p:nvPr>
        </p:nvGraphicFramePr>
        <p:xfrm>
          <a:off x="492586" y="1011674"/>
          <a:ext cx="8065206" cy="2107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3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87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Condiciones e interpretación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55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Jornada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turnos, nocturno,…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Organización del trabajo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inestabilidad, bajos salarios, exceso de supervisión, calidad relaciones personales..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55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Características</a:t>
                      </a:r>
                      <a:r>
                        <a:rPr lang="es-ES_tradnl" sz="1600" b="1" i="1" u="sng" kern="12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del puesto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monótono, autonomía, ritmo, expectativas, incapacidad…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Características del trabajador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formación y capacidad, personalidad, inteligencia emocional…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1 CuadroTexto"/>
          <p:cNvSpPr txBox="1"/>
          <p:nvPr/>
        </p:nvSpPr>
        <p:spPr>
          <a:xfrm>
            <a:off x="492586" y="646904"/>
            <a:ext cx="8965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Interactúan </a:t>
            </a:r>
            <a:r>
              <a:rPr lang="es-ES_tradnl" sz="1600" dirty="0">
                <a:sym typeface="Wingdings" panose="05000000000000000000" pitchFamily="2" charset="2"/>
              </a:rPr>
              <a:t> características de la empresa y características personales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9220051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1 Título"/>
          <p:cNvSpPr txBox="1">
            <a:spLocks/>
          </p:cNvSpPr>
          <p:nvPr/>
        </p:nvSpPr>
        <p:spPr>
          <a:xfrm>
            <a:off x="64371" y="171874"/>
            <a:ext cx="9072611" cy="8107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3200" b="1" dirty="0"/>
              <a:t>Factores derivados de la carga de trabajo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400606" y="4179942"/>
            <a:ext cx="5611554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1745390" y="2322515"/>
            <a:ext cx="5109555" cy="157624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Cansancio y agotamiento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Dolores de cabeza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Estrés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Irritabilidad</a:t>
            </a:r>
          </a:p>
          <a:p>
            <a:pPr marL="285750" indent="-285750">
              <a:buFontTx/>
              <a:buChar char="-"/>
            </a:pPr>
            <a:r>
              <a:rPr lang="es-ES_tradnl" sz="1600" dirty="0">
                <a:solidFill>
                  <a:schemeClr val="tx1"/>
                </a:solidFill>
              </a:rPr>
              <a:t>Insomnio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395211" y="4824475"/>
            <a:ext cx="78099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Realizar pausas en el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Adaptar la cantidad de información a la capacidad del trabajador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Evitar los ruidos en el lugar de trabajo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Cumplir con la normativa sobre pantallas de visualización de datos</a:t>
            </a:r>
            <a:endParaRPr lang="es-ES" sz="1600" dirty="0"/>
          </a:p>
        </p:txBody>
      </p:sp>
      <p:sp>
        <p:nvSpPr>
          <p:cNvPr id="44" name="43 CuadroTexto"/>
          <p:cNvSpPr txBox="1"/>
          <p:nvPr/>
        </p:nvSpPr>
        <p:spPr>
          <a:xfrm>
            <a:off x="611560" y="1419103"/>
            <a:ext cx="2519968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CARGA MENTAL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3080653" y="1313763"/>
            <a:ext cx="586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Exigencias mentales / cantidad de información en un tiempo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8353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1" grpId="0" animBg="1"/>
      <p:bldP spid="4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1 Título"/>
          <p:cNvSpPr txBox="1">
            <a:spLocks/>
          </p:cNvSpPr>
          <p:nvPr/>
        </p:nvSpPr>
        <p:spPr>
          <a:xfrm>
            <a:off x="71388" y="8579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Factores derivados de la carga de trabajo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251519" y="2359899"/>
            <a:ext cx="409373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MEDIDAS DE PREVENCIÓN/PROTECCIÓN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40 Rectángulo redondeado"/>
          <p:cNvSpPr/>
          <p:nvPr/>
        </p:nvSpPr>
        <p:spPr>
          <a:xfrm>
            <a:off x="971600" y="1326783"/>
            <a:ext cx="6480721" cy="95692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 b="1" dirty="0">
                <a:solidFill>
                  <a:schemeClr val="tx1"/>
                </a:solidFill>
              </a:rPr>
              <a:t>DAÑOS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Fatiga visual	Fatiga muscular</a:t>
            </a:r>
          </a:p>
          <a:p>
            <a:r>
              <a:rPr lang="es-ES_tradnl" sz="1600" dirty="0">
                <a:solidFill>
                  <a:schemeClr val="tx1"/>
                </a:solidFill>
              </a:rPr>
              <a:t>Dolores de cabeza, insomnio, irritabilidad, ansiedad, estrés…</a:t>
            </a:r>
          </a:p>
        </p:txBody>
      </p:sp>
      <p:sp>
        <p:nvSpPr>
          <p:cNvPr id="44" name="43 CuadroTexto"/>
          <p:cNvSpPr txBox="1"/>
          <p:nvPr/>
        </p:nvSpPr>
        <p:spPr>
          <a:xfrm>
            <a:off x="821161" y="755018"/>
            <a:ext cx="464735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PANTALLAS DE VISUALIZACIÓN DE DATOS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5707031" y="741323"/>
            <a:ext cx="2700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ym typeface="Wingdings" panose="05000000000000000000" pitchFamily="2" charset="2"/>
              </a:rPr>
              <a:t>Uso de ordenadores</a:t>
            </a:r>
            <a:endParaRPr lang="es-ES" dirty="0"/>
          </a:p>
        </p:txBody>
      </p:sp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675333245"/>
              </p:ext>
            </p:extLst>
          </p:nvPr>
        </p:nvGraphicFramePr>
        <p:xfrm>
          <a:off x="287413" y="2372462"/>
          <a:ext cx="8461051" cy="4008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030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Graphic spid="2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 redondeado"/>
          <p:cNvSpPr/>
          <p:nvPr/>
        </p:nvSpPr>
        <p:spPr>
          <a:xfrm>
            <a:off x="743503" y="1196751"/>
            <a:ext cx="2557142" cy="346614"/>
          </a:xfrm>
          <a:prstGeom prst="roundRect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fatiga laboral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17 Rectángulo redondeado"/>
          <p:cNvSpPr/>
          <p:nvPr/>
        </p:nvSpPr>
        <p:spPr>
          <a:xfrm>
            <a:off x="504907" y="2554189"/>
            <a:ext cx="3117940" cy="353029"/>
          </a:xfrm>
          <a:prstGeom prst="roundRect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insatisfacción laboral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19 Rectángulo redondeado"/>
          <p:cNvSpPr/>
          <p:nvPr/>
        </p:nvSpPr>
        <p:spPr>
          <a:xfrm>
            <a:off x="341974" y="4348307"/>
            <a:ext cx="3509945" cy="362787"/>
          </a:xfrm>
          <a:prstGeom prst="roundRect">
            <a:avLst/>
          </a:prstGeom>
          <a:solidFill>
            <a:srgbClr val="92D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envejecimiento prematuro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    Daños a la salud del trabajador</a:t>
            </a:r>
          </a:p>
        </p:txBody>
      </p:sp>
      <p:sp>
        <p:nvSpPr>
          <p:cNvPr id="62" name="61 Rectángulo"/>
          <p:cNvSpPr/>
          <p:nvPr/>
        </p:nvSpPr>
        <p:spPr>
          <a:xfrm>
            <a:off x="504907" y="1786531"/>
            <a:ext cx="60833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Disminución de la capacidad física y mental a causa de:</a:t>
            </a:r>
            <a:endParaRPr lang="es-ES_tradnl" b="1" dirty="0">
              <a:solidFill>
                <a:prstClr val="black"/>
              </a:solidFill>
            </a:endParaRPr>
          </a:p>
        </p:txBody>
      </p:sp>
      <p:sp>
        <p:nvSpPr>
          <p:cNvPr id="64" name="63 Rectángulo"/>
          <p:cNvSpPr/>
          <p:nvPr/>
        </p:nvSpPr>
        <p:spPr>
          <a:xfrm>
            <a:off x="491258" y="3148197"/>
            <a:ext cx="82572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Diferencia entre las expectativas generadas y la realidad de lo que es el trabajo, más la importancia dada.</a:t>
            </a:r>
            <a:endParaRPr lang="es-ES_tradnl" b="1" dirty="0">
              <a:solidFill>
                <a:prstClr val="black"/>
              </a:solidFill>
            </a:endParaRPr>
          </a:p>
        </p:txBody>
      </p:sp>
      <p:sp>
        <p:nvSpPr>
          <p:cNvPr id="69" name="68 Rectángulo"/>
          <p:cNvSpPr/>
          <p:nvPr/>
        </p:nvSpPr>
        <p:spPr>
          <a:xfrm>
            <a:off x="491257" y="4944209"/>
            <a:ext cx="84012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Mayor desgaste por acumulación de fatiga crónica (minería jubilación más temprana)</a:t>
            </a:r>
            <a:endParaRPr lang="es-ES_tradnl" b="1" dirty="0">
              <a:solidFill>
                <a:prstClr val="black"/>
              </a:solidFill>
            </a:endParaRPr>
          </a:p>
        </p:txBody>
      </p:sp>
      <p:sp>
        <p:nvSpPr>
          <p:cNvPr id="2" name="1 Rectángulo"/>
          <p:cNvSpPr/>
          <p:nvPr/>
        </p:nvSpPr>
        <p:spPr>
          <a:xfrm rot="5400000">
            <a:off x="902668" y="1564045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endParaRPr lang="es-ES" dirty="0"/>
          </a:p>
        </p:txBody>
      </p:sp>
      <p:sp>
        <p:nvSpPr>
          <p:cNvPr id="23" name="22 Rectángulo"/>
          <p:cNvSpPr/>
          <p:nvPr/>
        </p:nvSpPr>
        <p:spPr>
          <a:xfrm rot="5400000">
            <a:off x="885937" y="4738864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endParaRPr lang="es-ES" dirty="0"/>
          </a:p>
        </p:txBody>
      </p:sp>
      <p:sp>
        <p:nvSpPr>
          <p:cNvPr id="24" name="23 Rectángulo"/>
          <p:cNvSpPr/>
          <p:nvPr/>
        </p:nvSpPr>
        <p:spPr>
          <a:xfrm rot="5400000">
            <a:off x="885937" y="2940062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</a:t>
            </a:r>
            <a:endParaRPr lang="es-ES" dirty="0"/>
          </a:p>
        </p:txBody>
      </p:sp>
      <p:sp>
        <p:nvSpPr>
          <p:cNvPr id="25" name="24 Flecha derecha"/>
          <p:cNvSpPr/>
          <p:nvPr/>
        </p:nvSpPr>
        <p:spPr>
          <a:xfrm rot="18992415">
            <a:off x="6203004" y="1670235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28 Flecha derecha"/>
          <p:cNvSpPr/>
          <p:nvPr/>
        </p:nvSpPr>
        <p:spPr>
          <a:xfrm rot="2887279">
            <a:off x="5999550" y="2179741"/>
            <a:ext cx="402133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29 Rectángulo"/>
          <p:cNvSpPr/>
          <p:nvPr/>
        </p:nvSpPr>
        <p:spPr>
          <a:xfrm>
            <a:off x="6595919" y="1358699"/>
            <a:ext cx="12330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Carga física</a:t>
            </a:r>
            <a:endParaRPr lang="es-ES_tradnl" b="1" dirty="0">
              <a:solidFill>
                <a:prstClr val="black"/>
              </a:solidFill>
            </a:endParaRPr>
          </a:p>
        </p:txBody>
      </p:sp>
      <p:sp>
        <p:nvSpPr>
          <p:cNvPr id="31" name="30 Rectángulo"/>
          <p:cNvSpPr/>
          <p:nvPr/>
        </p:nvSpPr>
        <p:spPr>
          <a:xfrm>
            <a:off x="6298381" y="2244057"/>
            <a:ext cx="20971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  <a:sym typeface="Wingdings" panose="05000000000000000000" pitchFamily="2" charset="2"/>
              </a:rPr>
              <a:t>Carga mental</a:t>
            </a:r>
            <a:endParaRPr lang="es-ES_tradnl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691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1 Título"/>
          <p:cNvSpPr txBox="1">
            <a:spLocks/>
          </p:cNvSpPr>
          <p:nvPr/>
        </p:nvSpPr>
        <p:spPr>
          <a:xfrm>
            <a:off x="71389" y="42626"/>
            <a:ext cx="9072611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2600" b="1" dirty="0"/>
              <a:t>Factores derivados de la organización del trabajo</a:t>
            </a:r>
          </a:p>
        </p:txBody>
      </p:sp>
      <p:sp>
        <p:nvSpPr>
          <p:cNvPr id="14" name="13 Flecha izquierda">
            <a:hlinkClick r:id="rId2" action="ppaction://hlinksldjump"/>
          </p:cNvPr>
          <p:cNvSpPr/>
          <p:nvPr/>
        </p:nvSpPr>
        <p:spPr>
          <a:xfrm>
            <a:off x="71389" y="6252795"/>
            <a:ext cx="875539" cy="281841"/>
          </a:xfrm>
          <a:prstGeom prst="leftArrow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b="1" dirty="0">
                <a:solidFill>
                  <a:schemeClr val="bg1"/>
                </a:solidFill>
              </a:rPr>
              <a:t>anterior</a:t>
            </a:r>
            <a:endParaRPr lang="es-E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946625"/>
              </p:ext>
            </p:extLst>
          </p:nvPr>
        </p:nvGraphicFramePr>
        <p:xfrm>
          <a:off x="215206" y="836712"/>
          <a:ext cx="8784976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9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864"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600" dirty="0">
                          <a:solidFill>
                            <a:schemeClr val="bg1"/>
                          </a:solidFill>
                        </a:rPr>
                        <a:t>Conductas</a:t>
                      </a:r>
                      <a:r>
                        <a:rPr lang="es-ES_tradnl" sz="1600" baseline="0" dirty="0">
                          <a:solidFill>
                            <a:schemeClr val="bg1"/>
                          </a:solidFill>
                        </a:rPr>
                        <a:t> incluidas dentro del acoso laboral o </a:t>
                      </a:r>
                      <a:r>
                        <a:rPr lang="es-ES_tradnl" sz="1600" baseline="0" dirty="0" err="1">
                          <a:solidFill>
                            <a:schemeClr val="bg1"/>
                          </a:solidFill>
                        </a:rPr>
                        <a:t>mobbing</a:t>
                      </a:r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52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con medidas organizacionales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Obliga a realizar tareas en contra de su conciencia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Juzgar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su desempeño de manera ofensiva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Cambiar de ubicación separado de sus compañeros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 asignar tareas sin sentido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Asignar tareas desagradables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con aislamiento social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Prohibir a los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compañeros que hablen con la víctima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 dirigir la palabra a una persona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Tratar a una persona como si no existiera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Rehusar la comunicación a través de miradas o gestos</a:t>
                      </a:r>
                      <a:endParaRPr lang="es-E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31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Ataques a la vida privada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Críticas permanentes a la vida privada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Terror telefónico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Hacer parecer estúpida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Dar entender que tiene problemas psicológicos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Imitar 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Mofarse de la vida privada o discapacidades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600" b="1" i="1" u="sng" kern="120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Agresiones,</a:t>
                      </a:r>
                      <a:r>
                        <a:rPr lang="es-ES_tradnl" sz="1600" b="1" i="1" u="sng" kern="1200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rumores y ataques a sus actitudes</a:t>
                      </a:r>
                      <a:r>
                        <a:rPr lang="es-ES_tradnl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600" b="1" kern="1200" baseline="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Gritar, insultar…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Amenazas verbales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Amenazas de violencia física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Maltrato físico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Ofertas sexuales, violencia sexual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Mofarse de la nacionalidad de la víctima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Difundir rumores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_tradnl" sz="16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Hablar mal de una persona a sus espaldas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313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1 Título"/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   Daños a la salud del trabajador</a:t>
            </a:r>
          </a:p>
        </p:txBody>
      </p:sp>
      <p:sp>
        <p:nvSpPr>
          <p:cNvPr id="27" name="26 CuadroTexto"/>
          <p:cNvSpPr txBox="1"/>
          <p:nvPr/>
        </p:nvSpPr>
        <p:spPr>
          <a:xfrm>
            <a:off x="701771" y="2214981"/>
            <a:ext cx="1968577" cy="4187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Causas Técnicas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27 CuadroTexto"/>
          <p:cNvSpPr txBox="1"/>
          <p:nvPr/>
        </p:nvSpPr>
        <p:spPr>
          <a:xfrm>
            <a:off x="5535801" y="2199275"/>
            <a:ext cx="1971957" cy="4234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_tradnl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Causas humanas</a:t>
            </a:r>
            <a:endParaRPr lang="es-ES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28 Rectángulo"/>
          <p:cNvSpPr/>
          <p:nvPr/>
        </p:nvSpPr>
        <p:spPr>
          <a:xfrm>
            <a:off x="4648502" y="3216758"/>
            <a:ext cx="42062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El trabajador desconoce el riesgo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El trabajador no sabe como actuar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El trabajador decide no actuar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Falta de formación e información por parte de la empresa.</a:t>
            </a:r>
          </a:p>
        </p:txBody>
      </p:sp>
      <p:sp>
        <p:nvSpPr>
          <p:cNvPr id="30" name="29 Rectángulo"/>
          <p:cNvSpPr/>
          <p:nvPr/>
        </p:nvSpPr>
        <p:spPr>
          <a:xfrm>
            <a:off x="221201" y="3216758"/>
            <a:ext cx="42062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Instalaciones y lugares de trabajo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Protección de equipos, máquinas …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Medio ambiente: iluminación, ruido…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s-ES_tradnl" dirty="0">
                <a:solidFill>
                  <a:prstClr val="black"/>
                </a:solidFill>
              </a:rPr>
              <a:t>Organización y sistemas de trabajo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s-ES_tradnl" dirty="0">
              <a:solidFill>
                <a:prstClr val="black"/>
              </a:solidFill>
            </a:endParaRPr>
          </a:p>
        </p:txBody>
      </p:sp>
      <p:sp>
        <p:nvSpPr>
          <p:cNvPr id="31" name="30 Rectángulo"/>
          <p:cNvSpPr/>
          <p:nvPr/>
        </p:nvSpPr>
        <p:spPr>
          <a:xfrm>
            <a:off x="2387405" y="953132"/>
            <a:ext cx="43691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sz="2800" b="1" u="sng" dirty="0">
                <a:solidFill>
                  <a:prstClr val="black"/>
                </a:solidFill>
              </a:rPr>
              <a:t>Teoría de la causalidad</a:t>
            </a:r>
            <a:endParaRPr lang="es-ES_tradnl" sz="2800" b="1" dirty="0">
              <a:solidFill>
                <a:prstClr val="black"/>
              </a:solidFill>
            </a:endParaRPr>
          </a:p>
        </p:txBody>
      </p:sp>
      <p:sp>
        <p:nvSpPr>
          <p:cNvPr id="15" name="14 Rectángulo">
            <a:hlinkClick r:id="rId2"/>
          </p:cNvPr>
          <p:cNvSpPr/>
          <p:nvPr/>
        </p:nvSpPr>
        <p:spPr>
          <a:xfrm>
            <a:off x="9245" y="5301208"/>
            <a:ext cx="78838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_tradnl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¿Sabias que…?:</a:t>
            </a:r>
            <a:r>
              <a:rPr lang="es-ES_tradnl" sz="1400" b="1" dirty="0">
                <a:solidFill>
                  <a:srgbClr val="C00000"/>
                </a:solidFill>
              </a:rPr>
              <a:t>  “el 56 % de los trabajadores percibe que la principal causa 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</a:rPr>
              <a:t>de los riesgos de accidente de trabajo son las distracciones, despistes y falta de atención..”</a:t>
            </a:r>
          </a:p>
        </p:txBody>
      </p:sp>
    </p:spTree>
    <p:extLst>
      <p:ext uri="{BB962C8B-B14F-4D97-AF65-F5344CB8AC3E}">
        <p14:creationId xmlns:p14="http://schemas.microsoft.com/office/powerpoint/2010/main" val="5678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/>
      <p:bldP spid="30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2099C-FD85-48BA-898A-F44553EB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03176"/>
          </a:xfrm>
        </p:spPr>
        <p:txBody>
          <a:bodyPr/>
          <a:lstStyle/>
          <a:p>
            <a:r>
              <a:rPr lang="es-ES" dirty="0"/>
              <a:t>Actividad……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5B9934-A3C3-4378-B72C-355E7A274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772816"/>
            <a:ext cx="7130754" cy="2880319"/>
          </a:xfrm>
        </p:spPr>
        <p:txBody>
          <a:bodyPr>
            <a:normAutofit/>
          </a:bodyPr>
          <a:lstStyle/>
          <a:p>
            <a:r>
              <a:rPr lang="es-ES_tradnl" sz="1800" b="1" dirty="0">
                <a:solidFill>
                  <a:srgbClr val="C00000"/>
                </a:solidFill>
              </a:rPr>
              <a:t>“Busca en la web: el cuadro de enfermedades profesionales”</a:t>
            </a:r>
          </a:p>
          <a:p>
            <a:pPr marL="0" indent="0">
              <a:buNone/>
            </a:pPr>
            <a:endParaRPr lang="es-ES_tradnl" b="1" dirty="0">
              <a:solidFill>
                <a:srgbClr val="C00000"/>
              </a:solidFill>
            </a:endParaRPr>
          </a:p>
          <a:p>
            <a:r>
              <a:rPr lang="es-ES_tradnl" b="1" dirty="0">
                <a:solidFill>
                  <a:srgbClr val="C00000"/>
                </a:solidFill>
              </a:rPr>
              <a:t>Riesgos laborales en el sector de tú título de FP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5518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A9206C-E395-45D0-AE6B-FCAE82B12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98" y="836712"/>
            <a:ext cx="7060245" cy="5400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ES" sz="9600" dirty="0"/>
          </a:p>
          <a:p>
            <a:pPr marL="0" indent="0" algn="ctr">
              <a:buNone/>
            </a:pPr>
            <a:r>
              <a:rPr lang="es-ES" sz="9600" dirty="0"/>
              <a:t>FIN !!!!!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22D47A-8C2C-43E6-90FE-2C6F868F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507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6367</TotalTime>
  <Words>2847</Words>
  <Application>Microsoft Office PowerPoint</Application>
  <PresentationFormat>Presentación en pantalla (4:3)</PresentationFormat>
  <Paragraphs>573</Paragraphs>
  <Slides>38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5" baseType="lpstr">
      <vt:lpstr>Arial</vt:lpstr>
      <vt:lpstr>Calibri</vt:lpstr>
      <vt:lpstr>Poppins</vt:lpstr>
      <vt:lpstr>Trebuchet MS</vt:lpstr>
      <vt:lpstr>Wingdings</vt:lpstr>
      <vt:lpstr>Wingdings 3</vt:lpstr>
      <vt:lpstr>Faceta</vt:lpstr>
      <vt:lpstr>Presentación de PowerPoint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Actividad……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Rafael Granada Jurado</cp:lastModifiedBy>
  <cp:revision>239</cp:revision>
  <dcterms:created xsi:type="dcterms:W3CDTF">2013-09-12T06:29:10Z</dcterms:created>
  <dcterms:modified xsi:type="dcterms:W3CDTF">2024-09-30T20:36:11Z</dcterms:modified>
</cp:coreProperties>
</file>